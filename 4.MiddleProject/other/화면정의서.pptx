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75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def="{5C22544A-7EE6-4342-B048-85BDC9FD1C3A}">
  <a:tblStyle styleId="{206F615A-370F-48FF-96DE-FFA2584FB0C5}" styleName="Light Style 2 - Body/Background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  <a:top>
            <a:lnRef idx="1">
              <a:schemeClr val="dk1"/>
            </a:lnRef>
          </a:top>
          <a:bottom>
            <a:lnRef idx="1">
              <a:schemeClr val="dk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dk1"/>
            </a:lnRef>
          </a:top>
          <a:bottom>
            <a:lnRef idx="1">
              <a:schemeClr val="dk1"/>
            </a:lnRef>
          </a:bottom>
        </a:tcBdr>
      </a:tcStyle>
    </a:band1H>
    <a:band1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1V>
    <a:band2V>
      <a:tcTxStyle/>
      <a:tcStyle>
        <a:tcBdr>
          <a:left>
            <a:lnRef idx="1">
              <a:schemeClr val="dk1"/>
            </a:lnRef>
          </a:left>
          <a:right>
            <a:lnRef idx="1">
              <a:schemeClr val="dk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>
        <a:fontRef idx="minor">
          <a:scrgbClr r="0" g="0" b="0"/>
        </a:fontRef>
        <a:schemeClr val="dk1"/>
      </a:tcTxStyle>
      <a:tcStyle>
        <a:tcBdr>
          <a:top>
            <a:ln w="60800" cmpd="dbl">
              <a:solidFill>
                <a:schemeClr val="dk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dk1">
          <a:shade val="40000"/>
        </a:schemeClr>
      </a:tcTxStyle>
      <a:tcStyle>
        <a:tcBdr/>
        <a:fill>
          <a:solidFill>
            <a:schemeClr val="dk1">
              <a:alpha val="4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lastView="sldThumbnailView">
  <p:normalViewPr showOutlineIcons="0" vertBarState="maximized">
    <p:restoredLeft sz="10512"/>
    <p:restoredTop sz="95916"/>
  </p:normalViewPr>
  <p:slideViewPr>
    <p:cSldViewPr snapToObjects="1">
      <p:cViewPr>
        <p:scale>
          <a:sx n="100" d="100"/>
          <a:sy n="100" d="100"/>
        </p:scale>
        <p:origin x="0" y="0"/>
      </p:cViewPr>
      <p:guideLst>
        <p:guide orient="horz" pos="2159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7216" cy="73737216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slide" Target="slides/slide21.xml"  /><Relationship Id="rId23" Type="http://schemas.openxmlformats.org/officeDocument/2006/relationships/slide" Target="slides/slide22.xml"  /><Relationship Id="rId24" Type="http://schemas.openxmlformats.org/officeDocument/2006/relationships/slide" Target="slides/slide23.xml"  /><Relationship Id="rId25" Type="http://schemas.openxmlformats.org/officeDocument/2006/relationships/slide" Target="slides/slide24.xml"  /><Relationship Id="rId26" Type="http://schemas.openxmlformats.org/officeDocument/2006/relationships/slide" Target="slides/slide25.xml"  /><Relationship Id="rId27" Type="http://schemas.openxmlformats.org/officeDocument/2006/relationships/slide" Target="slides/slide26.xml"  /><Relationship Id="rId28" Type="http://schemas.openxmlformats.org/officeDocument/2006/relationships/slide" Target="slides/slide27.xml"  /><Relationship Id="rId29" Type="http://schemas.openxmlformats.org/officeDocument/2006/relationships/slide" Target="slides/slide28.xml"  /><Relationship Id="rId3" Type="http://schemas.openxmlformats.org/officeDocument/2006/relationships/slide" Target="slides/slide2.xml"  /><Relationship Id="rId30" Type="http://schemas.openxmlformats.org/officeDocument/2006/relationships/slide" Target="slides/slide29.xml"  /><Relationship Id="rId31" Type="http://schemas.openxmlformats.org/officeDocument/2006/relationships/slide" Target="slides/slide30.xml"  /><Relationship Id="rId32" Type="http://schemas.openxmlformats.org/officeDocument/2006/relationships/presProps" Target="presProps.xml"  /><Relationship Id="rId33" Type="http://schemas.openxmlformats.org/officeDocument/2006/relationships/viewProps" Target="viewProps.xml"  /><Relationship Id="rId34" Type="http://schemas.openxmlformats.org/officeDocument/2006/relationships/theme" Target="theme/theme1.xml"  /><Relationship Id="rId35" Type="http://schemas.openxmlformats.org/officeDocument/2006/relationships/tableStyles" Target="tableStyles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40A130E-E3B8-4EBE-931F-81B26B8448AA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800C6A38-4290-41DD-B95C-4155372FD4A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4953836A-82A3-4C8B-9D31-CD724F3673ED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D2EBAF6-36D0-4DD8-B695-D4C1B37E35D6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60728D28-603B-4EFC-80F8-17E5E9107035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2개" type="twoObj" preserve="1">
  <p:cSld name="제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A27A1F4E-0809-4239-8034-C38E431DAF92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E0DA496-7307-4E8B-88DE-CB97B48BAB6F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표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56028" y="1643063"/>
            <a:ext cx="8229600" cy="4525200"/>
          </a:xfrm>
        </p:spPr>
        <p:txBody>
          <a:bodyPr/>
          <a:lstStyle>
            <a:lvl1pPr>
              <a:buNone/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8721E90-850C-410B-8B89-8394F580CFDA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제목 및 내용 4개" type="fourObj" preserve="1">
  <p:cSld name="제목 및 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56028" y="398422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7028" y="3984220"/>
            <a:ext cx="4038600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ACE7E28-9336-4363-8674-B91477D8F243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그림 및 설명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 lang="ko-KR" altLang="en-US"/>
            </a:pPr>
            <a:r>
              <a:rPr lang="ko-KR" altLang="en-US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5ACE7E28-9336-4363-8674-B91477D8F243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간지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9144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CA348888-F454-4AD2-BA62-3AF29D9807C0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목차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 hasCustomPrompt="1"/>
          </p:nvPr>
        </p:nvSpPr>
        <p:spPr>
          <a:xfrm>
            <a:off x="2143108" y="2214563"/>
            <a:ext cx="4857767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>
              <a:defRPr lang="ko-KR" altLang="en-US"/>
            </a:pPr>
            <a:r>
              <a:rPr lang="ko-KR" altLang="en-US"/>
              <a:t>첫째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둘째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셋째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넷째 목차</a:t>
            </a:r>
            <a:endParaRPr lang="ko-KR" altLang="en-US"/>
          </a:p>
          <a:p>
            <a:pPr lvl="0">
              <a:defRPr lang="ko-KR" altLang="en-US"/>
            </a:pPr>
            <a:r>
              <a:rPr lang="ko-KR" altLang="en-US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56FEC12-A4C9-4837-AF94-AD867782C04C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matchingName="세로 제목 및 본문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 lang="ko-KR" altLang="en-US"/>
            </a:pPr>
            <a:fld id="{957F84A3-4F29-4053-ACFD-1BAF2D3F140C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 lang="ko-KR" altLang="en-US"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 lang="ko-KR" altLang="en-US"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 lang="ko-KR" altLang="en-US"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D422D86A-5F52-4165-8473-F1B836277586}" type="datetime1">
              <a:rPr lang="ko-KR" altLang="en-US"/>
              <a:pPr lvl="0">
                <a:defRPr lang="ko-KR" altLang="en-US"/>
              </a:pPr>
              <a:t>2021-10-13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 lang="ko-KR" altLang="en-US"/>
            </a:pPr>
            <a:fld id="{AD22CD3B-FDDF-4998-970C-76E6E0BEC65F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eaLnBrk="1" latinLnBrk="1" hangingPunct="1">
        <a:defRPr>
          <a:solidFill>
            <a:schemeClr val="tx2"/>
          </a:solidFill>
        </a:defRPr>
      </a:lvl2pPr>
      <a:lvl3pPr eaLnBrk="1" latinLnBrk="1" hangingPunct="1">
        <a:defRPr>
          <a:solidFill>
            <a:schemeClr val="tx2"/>
          </a:solidFill>
        </a:defRPr>
      </a:lvl3pPr>
      <a:lvl4pPr eaLnBrk="1" latinLnBrk="1" hangingPunct="1">
        <a:defRPr>
          <a:solidFill>
            <a:schemeClr val="tx2"/>
          </a:solidFill>
        </a:defRPr>
      </a:lvl4pPr>
      <a:lvl5pPr eaLnBrk="1" latinLnBrk="1" hangingPunct="1">
        <a:defRPr>
          <a:solidFill>
            <a:schemeClr val="tx2"/>
          </a:solidFill>
        </a:defRPr>
      </a:lvl5pPr>
      <a:lvl6pPr eaLnBrk="1" latinLnBrk="1" hangingPunct="1">
        <a:defRPr>
          <a:solidFill>
            <a:schemeClr val="tx2"/>
          </a:solidFill>
        </a:defRPr>
      </a:lvl6pPr>
      <a:lvl7pPr eaLnBrk="1" latinLnBrk="1" hangingPunct="1">
        <a:defRPr>
          <a:solidFill>
            <a:schemeClr val="tx2"/>
          </a:solidFill>
        </a:defRPr>
      </a:lvl7pPr>
      <a:lvl8pPr eaLnBrk="1" latinLnBrk="1" hangingPunct="1">
        <a:defRPr>
          <a:solidFill>
            <a:schemeClr val="tx2"/>
          </a:solidFill>
        </a:defRPr>
      </a:lvl8pPr>
      <a:lvl9pPr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Relationship Id="rId5" Type="http://schemas.openxmlformats.org/officeDocument/2006/relationships/image" Target="../media/image5.png"  /><Relationship Id="rId6" Type="http://schemas.openxmlformats.org/officeDocument/2006/relationships/image" Target="../media/image6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.png"  /><Relationship Id="rId3" Type="http://schemas.openxmlformats.org/officeDocument/2006/relationships/image" Target="../media/image8.png"  /><Relationship Id="rId4" Type="http://schemas.openxmlformats.org/officeDocument/2006/relationships/image" Target="../media/image9.png"  /><Relationship Id="rId5" Type="http://schemas.openxmlformats.org/officeDocument/2006/relationships/image" Target="../media/image10.png"  /><Relationship Id="rId6" Type="http://schemas.openxmlformats.org/officeDocument/2006/relationships/image" Target="../media/image1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Relationship Id="rId6" Type="http://schemas.openxmlformats.org/officeDocument/2006/relationships/image" Target="../media/image16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25.png"  /><Relationship Id="rId2" Type="http://schemas.openxmlformats.org/officeDocument/2006/relationships/image" Target="../media/image17.png"  /><Relationship Id="rId3" Type="http://schemas.openxmlformats.org/officeDocument/2006/relationships/image" Target="../media/image18.png"  /><Relationship Id="rId4" Type="http://schemas.openxmlformats.org/officeDocument/2006/relationships/image" Target="../media/image19.png"  /><Relationship Id="rId5" Type="http://schemas.openxmlformats.org/officeDocument/2006/relationships/image" Target="../media/image20.png"  /><Relationship Id="rId6" Type="http://schemas.openxmlformats.org/officeDocument/2006/relationships/image" Target="../media/image21.png"  /><Relationship Id="rId7" Type="http://schemas.openxmlformats.org/officeDocument/2006/relationships/image" Target="../media/image22.png"  /><Relationship Id="rId8" Type="http://schemas.openxmlformats.org/officeDocument/2006/relationships/image" Target="../media/image23.png"  /><Relationship Id="rId9" Type="http://schemas.openxmlformats.org/officeDocument/2006/relationships/image" Target="../media/image2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6.png"  /><Relationship Id="rId3" Type="http://schemas.openxmlformats.org/officeDocument/2006/relationships/image" Target="../media/image27.png"  /><Relationship Id="rId4" Type="http://schemas.openxmlformats.org/officeDocument/2006/relationships/image" Target="../media/image28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40.png"  /><Relationship Id="rId2" Type="http://schemas.openxmlformats.org/officeDocument/2006/relationships/image" Target="../media/image32.png"  /><Relationship Id="rId3" Type="http://schemas.openxmlformats.org/officeDocument/2006/relationships/image" Target="../media/image33.png"  /><Relationship Id="rId4" Type="http://schemas.openxmlformats.org/officeDocument/2006/relationships/image" Target="../media/image34.png"  /><Relationship Id="rId5" Type="http://schemas.openxmlformats.org/officeDocument/2006/relationships/image" Target="../media/image35.png"  /><Relationship Id="rId6" Type="http://schemas.openxmlformats.org/officeDocument/2006/relationships/image" Target="../media/image36.png"  /><Relationship Id="rId7" Type="http://schemas.openxmlformats.org/officeDocument/2006/relationships/image" Target="../media/image37.png"  /><Relationship Id="rId8" Type="http://schemas.openxmlformats.org/officeDocument/2006/relationships/image" Target="../media/image38.png"  /><Relationship Id="rId9" Type="http://schemas.openxmlformats.org/officeDocument/2006/relationships/image" Target="../media/image39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1.png"  /><Relationship Id="rId3" Type="http://schemas.openxmlformats.org/officeDocument/2006/relationships/image" Target="../media/image42.png"  /><Relationship Id="rId4" Type="http://schemas.openxmlformats.org/officeDocument/2006/relationships/image" Target="../media/image43.png"  /><Relationship Id="rId5" Type="http://schemas.openxmlformats.org/officeDocument/2006/relationships/image" Target="../media/image44.png"  /><Relationship Id="rId6" Type="http://schemas.openxmlformats.org/officeDocument/2006/relationships/image" Target="../media/image45.png"  /><Relationship Id="rId7" Type="http://schemas.openxmlformats.org/officeDocument/2006/relationships/image" Target="../media/image46.png"  /><Relationship Id="rId8" Type="http://schemas.openxmlformats.org/officeDocument/2006/relationships/image" Target="../media/image47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8.png"  /><Relationship Id="rId3" Type="http://schemas.openxmlformats.org/officeDocument/2006/relationships/image" Target="../media/image49.png"  /><Relationship Id="rId4" Type="http://schemas.openxmlformats.org/officeDocument/2006/relationships/image" Target="../media/image50.png"  /><Relationship Id="rId5" Type="http://schemas.openxmlformats.org/officeDocument/2006/relationships/image" Target="../media/image51.png"  /><Relationship Id="rId6" Type="http://schemas.openxmlformats.org/officeDocument/2006/relationships/image" Target="../media/image52.png"  /><Relationship Id="rId7" Type="http://schemas.openxmlformats.org/officeDocument/2006/relationships/image" Target="../media/image53.png"  /><Relationship Id="rId8" Type="http://schemas.openxmlformats.org/officeDocument/2006/relationships/image" Target="../media/image5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63.png"  /><Relationship Id="rId2" Type="http://schemas.openxmlformats.org/officeDocument/2006/relationships/image" Target="../media/image55.png"  /><Relationship Id="rId3" Type="http://schemas.openxmlformats.org/officeDocument/2006/relationships/image" Target="../media/image56.png"  /><Relationship Id="rId4" Type="http://schemas.openxmlformats.org/officeDocument/2006/relationships/image" Target="../media/image57.png"  /><Relationship Id="rId5" Type="http://schemas.openxmlformats.org/officeDocument/2006/relationships/image" Target="../media/image58.png"  /><Relationship Id="rId6" Type="http://schemas.openxmlformats.org/officeDocument/2006/relationships/image" Target="../media/image59.png"  /><Relationship Id="rId7" Type="http://schemas.openxmlformats.org/officeDocument/2006/relationships/image" Target="../media/image60.png"  /><Relationship Id="rId8" Type="http://schemas.openxmlformats.org/officeDocument/2006/relationships/image" Target="../media/image61.png"  /><Relationship Id="rId9" Type="http://schemas.openxmlformats.org/officeDocument/2006/relationships/image" Target="../media/image6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72.png"  /><Relationship Id="rId2" Type="http://schemas.openxmlformats.org/officeDocument/2006/relationships/image" Target="../media/image64.png"  /><Relationship Id="rId3" Type="http://schemas.openxmlformats.org/officeDocument/2006/relationships/image" Target="../media/image65.png"  /><Relationship Id="rId4" Type="http://schemas.openxmlformats.org/officeDocument/2006/relationships/image" Target="../media/image66.png"  /><Relationship Id="rId5" Type="http://schemas.openxmlformats.org/officeDocument/2006/relationships/image" Target="../media/image67.png"  /><Relationship Id="rId6" Type="http://schemas.openxmlformats.org/officeDocument/2006/relationships/image" Target="../media/image68.png"  /><Relationship Id="rId7" Type="http://schemas.openxmlformats.org/officeDocument/2006/relationships/image" Target="../media/image69.png"  /><Relationship Id="rId8" Type="http://schemas.openxmlformats.org/officeDocument/2006/relationships/image" Target="../media/image70.png"  /><Relationship Id="rId9" Type="http://schemas.openxmlformats.org/officeDocument/2006/relationships/image" Target="../media/image7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73.png"  /><Relationship Id="rId3" Type="http://schemas.openxmlformats.org/officeDocument/2006/relationships/image" Target="../media/image74.png"  /><Relationship Id="rId4" Type="http://schemas.openxmlformats.org/officeDocument/2006/relationships/image" Target="../media/image75.png"  /><Relationship Id="rId5" Type="http://schemas.openxmlformats.org/officeDocument/2006/relationships/image" Target="../media/image76.png"  /><Relationship Id="rId6" Type="http://schemas.openxmlformats.org/officeDocument/2006/relationships/image" Target="../media/image77.png"  /><Relationship Id="rId7" Type="http://schemas.openxmlformats.org/officeDocument/2006/relationships/image" Target="../media/image78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87.png"  /><Relationship Id="rId11" Type="http://schemas.openxmlformats.org/officeDocument/2006/relationships/image" Target="../media/image88.png"  /><Relationship Id="rId2" Type="http://schemas.openxmlformats.org/officeDocument/2006/relationships/image" Target="../media/image79.png"  /><Relationship Id="rId3" Type="http://schemas.openxmlformats.org/officeDocument/2006/relationships/image" Target="../media/image80.png"  /><Relationship Id="rId4" Type="http://schemas.openxmlformats.org/officeDocument/2006/relationships/image" Target="../media/image81.png"  /><Relationship Id="rId5" Type="http://schemas.openxmlformats.org/officeDocument/2006/relationships/image" Target="../media/image82.png"  /><Relationship Id="rId6" Type="http://schemas.openxmlformats.org/officeDocument/2006/relationships/image" Target="../media/image83.png"  /><Relationship Id="rId7" Type="http://schemas.openxmlformats.org/officeDocument/2006/relationships/image" Target="../media/image84.png"  /><Relationship Id="rId8" Type="http://schemas.openxmlformats.org/officeDocument/2006/relationships/image" Target="../media/image85.png"  /><Relationship Id="rId9" Type="http://schemas.openxmlformats.org/officeDocument/2006/relationships/image" Target="../media/image8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89.png"  /><Relationship Id="rId3" Type="http://schemas.openxmlformats.org/officeDocument/2006/relationships/image" Target="../media/image90.png"  /><Relationship Id="rId4" Type="http://schemas.openxmlformats.org/officeDocument/2006/relationships/image" Target="../media/image91.png"  /><Relationship Id="rId5" Type="http://schemas.openxmlformats.org/officeDocument/2006/relationships/image" Target="../media/image92.png"  /><Relationship Id="rId6" Type="http://schemas.openxmlformats.org/officeDocument/2006/relationships/image" Target="../media/image93.png"  /><Relationship Id="rId7" Type="http://schemas.openxmlformats.org/officeDocument/2006/relationships/image" Target="../media/image94.png"  /><Relationship Id="rId8" Type="http://schemas.openxmlformats.org/officeDocument/2006/relationships/image" Target="../media/image95.png"  /><Relationship Id="rId9" Type="http://schemas.openxmlformats.org/officeDocument/2006/relationships/image" Target="../media/image96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97.png"  /><Relationship Id="rId3" Type="http://schemas.openxmlformats.org/officeDocument/2006/relationships/image" Target="../media/image98.png"  /><Relationship Id="rId4" Type="http://schemas.openxmlformats.org/officeDocument/2006/relationships/image" Target="../media/image99.png"  /><Relationship Id="rId5" Type="http://schemas.openxmlformats.org/officeDocument/2006/relationships/image" Target="../media/image100.png"  /><Relationship Id="rId6" Type="http://schemas.openxmlformats.org/officeDocument/2006/relationships/image" Target="../media/image101.png"  /><Relationship Id="rId7" Type="http://schemas.openxmlformats.org/officeDocument/2006/relationships/image" Target="../media/image102.png"  /><Relationship Id="rId8" Type="http://schemas.openxmlformats.org/officeDocument/2006/relationships/image" Target="../media/image103.png"  /><Relationship Id="rId9" Type="http://schemas.openxmlformats.org/officeDocument/2006/relationships/image" Target="../media/image104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10" Type="http://schemas.openxmlformats.org/officeDocument/2006/relationships/image" Target="../media/image113.png"  /><Relationship Id="rId11" Type="http://schemas.openxmlformats.org/officeDocument/2006/relationships/image" Target="../media/image114.png"  /><Relationship Id="rId2" Type="http://schemas.openxmlformats.org/officeDocument/2006/relationships/image" Target="../media/image105.png"  /><Relationship Id="rId3" Type="http://schemas.openxmlformats.org/officeDocument/2006/relationships/image" Target="../media/image106.png"  /><Relationship Id="rId4" Type="http://schemas.openxmlformats.org/officeDocument/2006/relationships/image" Target="../media/image107.png"  /><Relationship Id="rId5" Type="http://schemas.openxmlformats.org/officeDocument/2006/relationships/image" Target="../media/image108.png"  /><Relationship Id="rId6" Type="http://schemas.openxmlformats.org/officeDocument/2006/relationships/image" Target="../media/image109.png"  /><Relationship Id="rId7" Type="http://schemas.openxmlformats.org/officeDocument/2006/relationships/image" Target="../media/image110.png"  /><Relationship Id="rId8" Type="http://schemas.openxmlformats.org/officeDocument/2006/relationships/image" Target="../media/image111.png"  /><Relationship Id="rId9" Type="http://schemas.openxmlformats.org/officeDocument/2006/relationships/image" Target="../media/image112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5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6.jpe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7.jpe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8.jpe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19.jpe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0.jpe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1.jpe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122.jpe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"/>
          <p:cNvPicPr>
            <a:picLocks noChangeAspect="1"/>
          </p:cNvPicPr>
          <p:nvPr/>
        </p:nvPicPr>
        <p:blipFill rotWithShape="1">
          <a:blip r:embed="rId2"/>
          <a:srcRect b="23120"/>
          <a:stretch>
            <a:fillRect/>
          </a:stretch>
        </p:blipFill>
        <p:spPr>
          <a:xfrm>
            <a:off x="81998" y="751186"/>
            <a:ext cx="8997994" cy="4982102"/>
          </a:xfrm>
          <a:prstGeom prst="rect">
            <a:avLst/>
          </a:prstGeom>
          <a:ln w="3175">
            <a:noFill/>
          </a:ln>
        </p:spPr>
      </p:pic>
      <p:sp>
        <p:nvSpPr>
          <p:cNvPr id="10" name=""/>
          <p:cNvSpPr/>
          <p:nvPr/>
        </p:nvSpPr>
        <p:spPr>
          <a:xfrm>
            <a:off x="5248754" y="2420873"/>
            <a:ext cx="3168000" cy="1800225"/>
          </a:xfrm>
          <a:prstGeom prst="roundRect">
            <a:avLst>
              <a:gd name="adj" fmla="val 8357"/>
            </a:avLst>
          </a:prstGeom>
          <a:solidFill>
            <a:schemeClr val="accent3">
              <a:lumMod val="20000"/>
              <a:lumOff val="80000"/>
              <a:alpha val="97000"/>
            </a:schemeClr>
          </a:solidFill>
          <a:ln w="6350"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"/>
          <p:cNvSpPr/>
          <p:nvPr/>
        </p:nvSpPr>
        <p:spPr>
          <a:xfrm>
            <a:off x="5608403" y="2862453"/>
            <a:ext cx="1512189" cy="2160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30000"/>
              </a:schemeClr>
            </a:solidFill>
            <a:prstDash val="soli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 lang="ko-KR" altLang="en-US"/>
            </a:pPr>
            <a:r>
              <a:rPr lang="en-US" altLang="ko-KR" sz="1200">
                <a:solidFill>
                  <a:schemeClr val="bg1">
                    <a:lumMod val="70000"/>
                  </a:schemeClr>
                </a:solidFill>
              </a:rPr>
              <a:t>User ID</a:t>
            </a:r>
            <a:endParaRPr lang="en-US" altLang="ko-KR" sz="1200">
              <a:solidFill>
                <a:schemeClr val="bg1">
                  <a:lumMod val="70000"/>
                </a:schemeClr>
              </a:solidFill>
            </a:endParaRPr>
          </a:p>
        </p:txBody>
      </p:sp>
      <p:sp>
        <p:nvSpPr>
          <p:cNvPr id="12" name=""/>
          <p:cNvSpPr/>
          <p:nvPr/>
        </p:nvSpPr>
        <p:spPr>
          <a:xfrm>
            <a:off x="5608403" y="3186349"/>
            <a:ext cx="1512189" cy="216027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30000"/>
              </a:schemeClr>
            </a:solidFill>
            <a:prstDash val="soli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en-US" altLang="ko-KR" sz="1200">
                <a:solidFill>
                  <a:schemeClr val="bg1">
                    <a:lumMod val="70000"/>
                  </a:schemeClr>
                </a:solidFill>
              </a:rPr>
              <a:t>******</a:t>
            </a:r>
            <a:endParaRPr lang="en-US" altLang="ko-KR" sz="1200">
              <a:solidFill>
                <a:schemeClr val="bg1">
                  <a:lumMod val="70000"/>
                </a:schemeClr>
              </a:solidFill>
            </a:endParaRPr>
          </a:p>
        </p:txBody>
      </p:sp>
      <p:sp>
        <p:nvSpPr>
          <p:cNvPr id="14" name=""/>
          <p:cNvSpPr/>
          <p:nvPr/>
        </p:nvSpPr>
        <p:spPr>
          <a:xfrm>
            <a:off x="6148669" y="3600617"/>
            <a:ext cx="1368171" cy="216027"/>
          </a:xfrm>
          <a:prstGeom prst="rect">
            <a:avLst/>
          </a:prstGeom>
          <a:solidFill>
            <a:schemeClr val="bg1">
              <a:lumMod val="50000"/>
            </a:schemeClr>
          </a:solidFill>
          <a:ln w="6350">
            <a:solidFill>
              <a:schemeClr val="tx1">
                <a:lumMod val="70000"/>
                <a:lumOff val="3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900"/>
              <a:t>아이디/비밀번호 안내</a:t>
            </a:r>
            <a:endParaRPr lang="ko-KR" altLang="en-US" sz="900"/>
          </a:p>
        </p:txBody>
      </p:sp>
      <p:sp>
        <p:nvSpPr>
          <p:cNvPr id="15" name=""/>
          <p:cNvSpPr/>
          <p:nvPr/>
        </p:nvSpPr>
        <p:spPr>
          <a:xfrm>
            <a:off x="7336619" y="2852928"/>
            <a:ext cx="720090" cy="5399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>
            <a:noAutofit/>
          </a:bodyPr>
          <a:p>
            <a:pPr algn="ctr">
              <a:defRPr lang="ko-KR" altLang="en-US"/>
            </a:pPr>
            <a:r>
              <a:rPr lang="ko-KR" altLang="en-US" sz="1400" b="1">
                <a:solidFill>
                  <a:schemeClr val="bg1"/>
                </a:solidFill>
              </a:rPr>
              <a:t>로그인</a:t>
            </a:r>
            <a:endParaRPr lang="ko-KR" altLang="en-US" sz="1400" b="1">
              <a:solidFill>
                <a:schemeClr val="bg1"/>
              </a:solidFill>
            </a:endParaRPr>
          </a:p>
        </p:txBody>
      </p:sp>
      <p:cxnSp>
        <p:nvCxnSpPr>
          <p:cNvPr id="17" name=""/>
          <p:cNvCxnSpPr/>
          <p:nvPr/>
        </p:nvCxnSpPr>
        <p:spPr>
          <a:xfrm>
            <a:off x="5428578" y="2564891"/>
            <a:ext cx="2808351" cy="0"/>
          </a:xfrm>
          <a:prstGeom prst="line">
            <a:avLst/>
          </a:prstGeom>
          <a:ln>
            <a:solidFill>
              <a:schemeClr val="bg1">
                <a:lumMod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"/>
          <p:cNvCxnSpPr/>
          <p:nvPr/>
        </p:nvCxnSpPr>
        <p:spPr>
          <a:xfrm>
            <a:off x="5428579" y="4077081"/>
            <a:ext cx="2808351" cy="0"/>
          </a:xfrm>
          <a:prstGeom prst="line">
            <a:avLst/>
          </a:prstGeom>
          <a:ln>
            <a:solidFill>
              <a:schemeClr val="bg1">
                <a:lumMod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"/>
          <p:cNvSpPr txBox="1"/>
          <p:nvPr/>
        </p:nvSpPr>
        <p:spPr>
          <a:xfrm>
            <a:off x="189357" y="152208"/>
            <a:ext cx="1368933" cy="36080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/>
              <a:t>로그인 화면</a:t>
            </a:r>
            <a:endParaRPr lang="ko-KR" altLang="en-US"/>
          </a:p>
        </p:txBody>
      </p:sp>
      <p:sp>
        <p:nvSpPr>
          <p:cNvPr id="22" name=""/>
          <p:cNvSpPr/>
          <p:nvPr/>
        </p:nvSpPr>
        <p:spPr>
          <a:xfrm>
            <a:off x="5248358" y="249288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23" name=""/>
          <p:cNvSpPr/>
          <p:nvPr/>
        </p:nvSpPr>
        <p:spPr>
          <a:xfrm>
            <a:off x="5248754" y="306895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24" name=""/>
          <p:cNvSpPr/>
          <p:nvPr/>
        </p:nvSpPr>
        <p:spPr>
          <a:xfrm>
            <a:off x="7336619" y="2538412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25" name=""/>
          <p:cNvSpPr/>
          <p:nvPr/>
        </p:nvSpPr>
        <p:spPr>
          <a:xfrm>
            <a:off x="5788624" y="3591092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3893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7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1" y="152208"/>
            <a:ext cx="1368934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메인 페이지</a:t>
            </a:r>
            <a:endParaRPr lang="ko-KR" altLang="en-US"/>
          </a:p>
        </p:txBody>
      </p:sp>
      <p:sp>
        <p:nvSpPr>
          <p:cNvPr id="185" name=""/>
          <p:cNvSpPr txBox="1"/>
          <p:nvPr/>
        </p:nvSpPr>
        <p:spPr>
          <a:xfrm>
            <a:off x="3995928" y="3647838"/>
            <a:ext cx="3068764" cy="366522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/>
              <a:t>로그인하면 보이는 첫 페이지</a:t>
            </a:r>
            <a:endParaRPr lang="ko-KR" altLang="en-US"/>
          </a:p>
        </p:txBody>
      </p:sp>
      <p:sp>
        <p:nvSpPr>
          <p:cNvPr id="186" name=""/>
          <p:cNvSpPr/>
          <p:nvPr/>
        </p:nvSpPr>
        <p:spPr>
          <a:xfrm>
            <a:off x="1259586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7" name=""/>
          <p:cNvSpPr/>
          <p:nvPr/>
        </p:nvSpPr>
        <p:spPr>
          <a:xfrm>
            <a:off x="2195703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188" name=""/>
          <p:cNvSpPr/>
          <p:nvPr/>
        </p:nvSpPr>
        <p:spPr>
          <a:xfrm>
            <a:off x="2987802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89" name=""/>
          <p:cNvSpPr/>
          <p:nvPr/>
        </p:nvSpPr>
        <p:spPr>
          <a:xfrm>
            <a:off x="3635883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sp>
        <p:nvSpPr>
          <p:cNvPr id="190" name=""/>
          <p:cNvSpPr/>
          <p:nvPr/>
        </p:nvSpPr>
        <p:spPr>
          <a:xfrm>
            <a:off x="4283964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5</a:t>
            </a:r>
            <a:endParaRPr lang="ko-KR" altLang="en-US" b="1"/>
          </a:p>
        </p:txBody>
      </p:sp>
      <p:sp>
        <p:nvSpPr>
          <p:cNvPr id="191" name=""/>
          <p:cNvSpPr/>
          <p:nvPr/>
        </p:nvSpPr>
        <p:spPr>
          <a:xfrm>
            <a:off x="5220081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6</a:t>
            </a:r>
            <a:endParaRPr lang="ko-KR" altLang="en-US" b="1"/>
          </a:p>
        </p:txBody>
      </p:sp>
      <p:sp>
        <p:nvSpPr>
          <p:cNvPr id="192" name=""/>
          <p:cNvSpPr/>
          <p:nvPr/>
        </p:nvSpPr>
        <p:spPr>
          <a:xfrm>
            <a:off x="5940171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7</a:t>
            </a:r>
            <a:endParaRPr lang="ko-KR" altLang="en-US" b="1"/>
          </a:p>
        </p:txBody>
      </p:sp>
      <p:sp>
        <p:nvSpPr>
          <p:cNvPr id="193" name=""/>
          <p:cNvSpPr/>
          <p:nvPr/>
        </p:nvSpPr>
        <p:spPr>
          <a:xfrm>
            <a:off x="6660261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8</a:t>
            </a:r>
            <a:endParaRPr lang="ko-KR" altLang="en-US" b="1"/>
          </a:p>
        </p:txBody>
      </p:sp>
      <p:sp>
        <p:nvSpPr>
          <p:cNvPr id="194" name=""/>
          <p:cNvSpPr/>
          <p:nvPr/>
        </p:nvSpPr>
        <p:spPr>
          <a:xfrm>
            <a:off x="354139" y="25405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15</a:t>
            </a:r>
            <a:endParaRPr lang="ko-KR" altLang="en-US" sz="1200" b="1"/>
          </a:p>
        </p:txBody>
      </p:sp>
      <p:sp>
        <p:nvSpPr>
          <p:cNvPr id="195" name=""/>
          <p:cNvSpPr/>
          <p:nvPr/>
        </p:nvSpPr>
        <p:spPr>
          <a:xfrm>
            <a:off x="354139" y="321297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13</a:t>
            </a:r>
            <a:endParaRPr lang="ko-KR" altLang="en-US" sz="1200" b="1"/>
          </a:p>
        </p:txBody>
      </p:sp>
      <p:sp>
        <p:nvSpPr>
          <p:cNvPr id="196" name=""/>
          <p:cNvSpPr/>
          <p:nvPr/>
        </p:nvSpPr>
        <p:spPr>
          <a:xfrm>
            <a:off x="2339721" y="299694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14</a:t>
            </a:r>
            <a:endParaRPr lang="ko-KR" altLang="en-US" sz="1200" b="1"/>
          </a:p>
        </p:txBody>
      </p:sp>
      <p:sp>
        <p:nvSpPr>
          <p:cNvPr id="197" name=""/>
          <p:cNvSpPr/>
          <p:nvPr/>
        </p:nvSpPr>
        <p:spPr>
          <a:xfrm>
            <a:off x="1475613" y="3777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12</a:t>
            </a:r>
            <a:endParaRPr lang="ko-KR" altLang="en-US" sz="1200" b="1"/>
          </a:p>
        </p:txBody>
      </p:sp>
      <p:cxnSp>
        <p:nvCxnSpPr>
          <p:cNvPr id="198" name=""/>
          <p:cNvCxnSpPr>
            <a:stCxn id="195" idx="3"/>
          </p:cNvCxnSpPr>
          <p:nvPr/>
        </p:nvCxnSpPr>
        <p:spPr>
          <a:xfrm flipV="1">
            <a:off x="714184" y="3153483"/>
            <a:ext cx="407288" cy="275517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"/>
          <p:cNvCxnSpPr/>
          <p:nvPr/>
        </p:nvCxnSpPr>
        <p:spPr>
          <a:xfrm rot="16200000" flipV="1">
            <a:off x="2106057" y="3092497"/>
            <a:ext cx="256603" cy="231998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"/>
          <p:cNvCxnSpPr>
            <a:stCxn id="197" idx="0"/>
          </p:cNvCxnSpPr>
          <p:nvPr/>
        </p:nvCxnSpPr>
        <p:spPr>
          <a:xfrm rot="16200000" flipV="1">
            <a:off x="1501173" y="3623057"/>
            <a:ext cx="259361" cy="49562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"/>
          <p:cNvCxnSpPr>
            <a:stCxn id="194" idx="3"/>
          </p:cNvCxnSpPr>
          <p:nvPr/>
        </p:nvCxnSpPr>
        <p:spPr>
          <a:xfrm>
            <a:off x="714184" y="2756535"/>
            <a:ext cx="316770" cy="6991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2" name=""/>
          <p:cNvSpPr/>
          <p:nvPr/>
        </p:nvSpPr>
        <p:spPr>
          <a:xfrm>
            <a:off x="1574800" y="158534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10</a:t>
            </a:r>
            <a:endParaRPr lang="ko-KR" altLang="en-US" sz="1200" b="1"/>
          </a:p>
        </p:txBody>
      </p:sp>
      <p:sp>
        <p:nvSpPr>
          <p:cNvPr id="203" name=""/>
          <p:cNvSpPr/>
          <p:nvPr/>
        </p:nvSpPr>
        <p:spPr>
          <a:xfrm>
            <a:off x="2312098" y="2108454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11</a:t>
            </a:r>
            <a:endParaRPr lang="ko-KR" altLang="en-US" sz="1200" b="1"/>
          </a:p>
        </p:txBody>
      </p:sp>
      <p:cxnSp>
        <p:nvCxnSpPr>
          <p:cNvPr id="204" name=""/>
          <p:cNvCxnSpPr/>
          <p:nvPr/>
        </p:nvCxnSpPr>
        <p:spPr>
          <a:xfrm rot="10800000">
            <a:off x="1979421" y="2324481"/>
            <a:ext cx="332677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"/>
          <p:cNvCxnSpPr/>
          <p:nvPr/>
        </p:nvCxnSpPr>
        <p:spPr>
          <a:xfrm rot="10800000" flipV="1">
            <a:off x="1375887" y="1908143"/>
            <a:ext cx="264477" cy="450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" name=""/>
          <p:cNvSpPr/>
          <p:nvPr/>
        </p:nvSpPr>
        <p:spPr>
          <a:xfrm>
            <a:off x="7452360" y="71170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9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" name=""/>
          <p:cNvSpPr txBox="1"/>
          <p:nvPr/>
        </p:nvSpPr>
        <p:spPr>
          <a:xfrm>
            <a:off x="2521839" y="1700784"/>
            <a:ext cx="1869376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6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79830" y="152208"/>
            <a:ext cx="181660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마이페이지 조회</a:t>
            </a:r>
            <a:endParaRPr lang="ko-KR" altLang="en-US"/>
          </a:p>
        </p:txBody>
      </p:sp>
      <p:sp>
        <p:nvSpPr>
          <p:cNvPr id="42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graphicFrame>
        <p:nvGraphicFramePr>
          <p:cNvPr id="44" name=""/>
          <p:cNvGraphicFramePr>
            <a:graphicFrameLocks noGrp="1"/>
          </p:cNvGraphicFramePr>
          <p:nvPr/>
        </p:nvGraphicFramePr>
        <p:xfrm>
          <a:off x="2556000" y="2329218"/>
          <a:ext cx="5760000" cy="3980141"/>
        </p:xfrm>
        <a:graphic>
          <a:graphicData uri="http://schemas.openxmlformats.org/drawingml/2006/table">
            <a:tbl>
              <a:tblPr firstRow="1" bandRow="1"/>
              <a:tblGrid>
                <a:gridCol w="1315080"/>
                <a:gridCol w="1481640"/>
                <a:gridCol w="1481640"/>
                <a:gridCol w="1481640"/>
              </a:tblGrid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과정명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전자정부 표준 프레임워크 기반 풀-스택 개발자 양성과정(13기)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입학일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2021-07-05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수료일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2022-02-18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반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403호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아이디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202107_</a:t>
                      </a:r>
                      <a:r>
                        <a:rPr lang="en-US" altLang="ko-KR" sz="1100">
                          <a:latin typeface="맑은 고딕"/>
                          <a:ea typeface="맑은 고딕"/>
                          <a:cs typeface="맑은 고딕"/>
                        </a:rPr>
                        <a:t>HGJ</a:t>
                      </a:r>
                      <a:endParaRPr lang="en-US" altLang="ko-KR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 anchor="ctr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김대덕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010-7878-4545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대전광역시 중구 중앙로 76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497517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상세주소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영민빌딩 4층 403호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5" name=""/>
          <p:cNvSpPr/>
          <p:nvPr/>
        </p:nvSpPr>
        <p:spPr>
          <a:xfrm>
            <a:off x="7668387" y="2056615"/>
            <a:ext cx="643826" cy="2202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400">
                <a:solidFill>
                  <a:schemeClr val="tx1"/>
                </a:solidFill>
              </a:rPr>
              <a:t>수정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46" name=""/>
          <p:cNvSpPr/>
          <p:nvPr/>
        </p:nvSpPr>
        <p:spPr>
          <a:xfrm>
            <a:off x="2341816" y="2218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47" name=""/>
          <p:cNvSpPr/>
          <p:nvPr/>
        </p:nvSpPr>
        <p:spPr>
          <a:xfrm>
            <a:off x="2341816" y="2741322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48" name=""/>
          <p:cNvSpPr/>
          <p:nvPr/>
        </p:nvSpPr>
        <p:spPr>
          <a:xfrm>
            <a:off x="2341816" y="326398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49" name=""/>
          <p:cNvSpPr/>
          <p:nvPr/>
        </p:nvSpPr>
        <p:spPr>
          <a:xfrm>
            <a:off x="2341816" y="3786650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sp>
        <p:nvSpPr>
          <p:cNvPr id="50" name=""/>
          <p:cNvSpPr/>
          <p:nvPr/>
        </p:nvSpPr>
        <p:spPr>
          <a:xfrm>
            <a:off x="2341816" y="4309314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5</a:t>
            </a:r>
            <a:endParaRPr lang="ko-KR" altLang="en-US" b="1"/>
          </a:p>
        </p:txBody>
      </p:sp>
      <p:sp>
        <p:nvSpPr>
          <p:cNvPr id="51" name=""/>
          <p:cNvSpPr/>
          <p:nvPr/>
        </p:nvSpPr>
        <p:spPr>
          <a:xfrm>
            <a:off x="2341816" y="483197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6</a:t>
            </a:r>
            <a:endParaRPr lang="ko-KR" altLang="en-US" b="1"/>
          </a:p>
        </p:txBody>
      </p:sp>
      <p:sp>
        <p:nvSpPr>
          <p:cNvPr id="52" name=""/>
          <p:cNvSpPr/>
          <p:nvPr/>
        </p:nvSpPr>
        <p:spPr>
          <a:xfrm>
            <a:off x="2341816" y="5354642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7</a:t>
            </a:r>
            <a:endParaRPr lang="ko-KR" altLang="en-US" b="1"/>
          </a:p>
        </p:txBody>
      </p:sp>
      <p:sp>
        <p:nvSpPr>
          <p:cNvPr id="53" name=""/>
          <p:cNvSpPr/>
          <p:nvPr/>
        </p:nvSpPr>
        <p:spPr>
          <a:xfrm>
            <a:off x="2341816" y="587730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8</a:t>
            </a:r>
            <a:endParaRPr lang="ko-KR" altLang="en-US" b="1"/>
          </a:p>
        </p:txBody>
      </p:sp>
      <p:sp>
        <p:nvSpPr>
          <p:cNvPr id="56" name=""/>
          <p:cNvSpPr/>
          <p:nvPr/>
        </p:nvSpPr>
        <p:spPr>
          <a:xfrm>
            <a:off x="5076063" y="2741322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9</a:t>
            </a:r>
            <a:endParaRPr lang="ko-KR" altLang="en-US" b="1"/>
          </a:p>
        </p:txBody>
      </p:sp>
      <p:sp>
        <p:nvSpPr>
          <p:cNvPr id="57" name=""/>
          <p:cNvSpPr/>
          <p:nvPr/>
        </p:nvSpPr>
        <p:spPr>
          <a:xfrm>
            <a:off x="5076063" y="326398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10</a:t>
            </a:r>
            <a:endParaRPr lang="ko-KR" altLang="en-US" sz="1200" b="1"/>
          </a:p>
        </p:txBody>
      </p:sp>
      <p:sp>
        <p:nvSpPr>
          <p:cNvPr id="58" name=""/>
          <p:cNvSpPr/>
          <p:nvPr/>
        </p:nvSpPr>
        <p:spPr>
          <a:xfrm>
            <a:off x="7308342" y="182695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/>
              <a:t>11</a:t>
            </a:r>
            <a:endParaRPr lang="ko-KR" altLang="en-US" sz="1200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9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" name=""/>
          <p:cNvSpPr txBox="1"/>
          <p:nvPr/>
        </p:nvSpPr>
        <p:spPr>
          <a:xfrm>
            <a:off x="2521839" y="1700784"/>
            <a:ext cx="1869377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2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3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4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5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6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9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20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179830" y="152208"/>
            <a:ext cx="181660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마이페이지 수정</a:t>
            </a:r>
            <a:endParaRPr lang="ko-KR" altLang="en-US"/>
          </a:p>
        </p:txBody>
      </p:sp>
      <p:sp>
        <p:nvSpPr>
          <p:cNvPr id="42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45" name=""/>
          <p:cNvSpPr/>
          <p:nvPr/>
        </p:nvSpPr>
        <p:spPr>
          <a:xfrm>
            <a:off x="7380351" y="2056615"/>
            <a:ext cx="931862" cy="2202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400">
                <a:solidFill>
                  <a:schemeClr val="tx1"/>
                </a:solidFill>
              </a:rPr>
              <a:t>수정 완료</a:t>
            </a:r>
            <a:endParaRPr lang="ko-KR" altLang="en-US" sz="1400">
              <a:solidFill>
                <a:schemeClr val="tx1"/>
              </a:solidFill>
            </a:endParaRPr>
          </a:p>
        </p:txBody>
      </p:sp>
      <p:graphicFrame>
        <p:nvGraphicFramePr>
          <p:cNvPr id="46" name=""/>
          <p:cNvGraphicFramePr>
            <a:graphicFrameLocks noGrp="1"/>
          </p:cNvGraphicFramePr>
          <p:nvPr/>
        </p:nvGraphicFramePr>
        <p:xfrm>
          <a:off x="2556000" y="2401227"/>
          <a:ext cx="5760000" cy="3895042"/>
        </p:xfrm>
        <a:graphic>
          <a:graphicData uri="http://schemas.openxmlformats.org/drawingml/2006/table">
            <a:tbl>
              <a:tblPr firstRow="1" bandRow="1"/>
              <a:tblGrid>
                <a:gridCol w="1315080"/>
                <a:gridCol w="1481640"/>
                <a:gridCol w="1481640"/>
                <a:gridCol w="1481640"/>
              </a:tblGrid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과정명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전자정부 표준 프레임워크 기반 풀-스택 개발자 양성과정(13기)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입학일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2021-07-05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수료일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2022-02-18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반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403호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구분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학생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아이디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202107_</a:t>
                      </a:r>
                      <a:r>
                        <a:rPr lang="en-US" altLang="ko-KR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HGJ</a:t>
                      </a:r>
                      <a:endParaRPr lang="en-US" altLang="ko-KR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 anchor="ctr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이름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bg1">
                              <a:lumMod val="70000"/>
                            </a:schemeClr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김대덕</a:t>
                      </a:r>
                      <a:endParaRPr lang="ko-KR" altLang="en-US" sz="1100">
                        <a:solidFill>
                          <a:schemeClr val="bg1">
                            <a:lumMod val="70000"/>
                          </a:schemeClr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비밀번호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**********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비밀번호 확인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맑은 고딕"/>
                        </a:rPr>
                        <a:t> **********</a:t>
                      </a:r>
                      <a:endParaRPr lang="ko-KR" altLang="en-US" sz="110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연락처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010-7878-4545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주소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대전광역시 중구 중앙로 76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  <a:tr h="389504">
                <a:tc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 algn="ctr">
                        <a:defRPr lang="ko-KR" altLang="en-US"/>
                      </a:pPr>
                      <a:r>
                        <a:rPr lang="ko-KR" altLang="en-US" sz="1100" b="1">
                          <a:latin typeface="맑은 고딕"/>
                          <a:ea typeface="맑은 고딕"/>
                          <a:cs typeface="맑은 고딕"/>
                        </a:rPr>
                        <a:t>상세주소</a:t>
                      </a:r>
                      <a:endParaRPr lang="ko-KR" altLang="en-US" sz="1100" b="1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3">
                  <a:txBody>
                    <a:bodyPr vert="horz" wrap="square" lIns="91440" tIns="45720" rIns="91440" bIns="45720" anchor="ctr" anchorCtr="0">
                      <a:spAutoFit/>
                    </a:bodyPr>
                    <a:p>
                      <a:pPr>
                        <a:defRPr lang="ko-KR" altLang="en-US"/>
                      </a:pPr>
                      <a:r>
                        <a:rPr lang="ko-KR" altLang="en-US" sz="1100">
                          <a:latin typeface="맑은 고딕"/>
                          <a:ea typeface="맑은 고딕"/>
                          <a:cs typeface="맑은 고딕"/>
                        </a:rPr>
                        <a:t>영민빌딩 4층 403호</a:t>
                      </a:r>
                      <a:endParaRPr lang="ko-KR" altLang="en-US" sz="1100">
                        <a:latin typeface="맑은 고딕"/>
                        <a:ea typeface="맑은 고딕"/>
                        <a:cs typeface="맑은 고딕"/>
                      </a:endParaRPr>
                    </a:p>
                  </a:txBody>
                  <a:tcPr marL="91440" marR="91440" anchor="ctr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  <a:tc hMerge="1">
                  <a:txBody>
                    <a:bodyPr wrap="square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/>
                </a:tc>
              </a:tr>
            </a:tbl>
          </a:graphicData>
        </a:graphic>
      </p:graphicFrame>
      <p:sp>
        <p:nvSpPr>
          <p:cNvPr id="47" name=""/>
          <p:cNvSpPr/>
          <p:nvPr/>
        </p:nvSpPr>
        <p:spPr>
          <a:xfrm>
            <a:off x="3923919" y="4396373"/>
            <a:ext cx="1656207" cy="288000"/>
          </a:xfrm>
          <a:prstGeom prst="rect">
            <a:avLst/>
          </a:prstGeom>
          <a:noFill/>
          <a:ln>
            <a:solidFill>
              <a:schemeClr val="bg1">
                <a:lumMod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8" name=""/>
          <p:cNvSpPr/>
          <p:nvPr/>
        </p:nvSpPr>
        <p:spPr>
          <a:xfrm>
            <a:off x="3923919" y="4787646"/>
            <a:ext cx="1656207" cy="288000"/>
          </a:xfrm>
          <a:prstGeom prst="rect">
            <a:avLst/>
          </a:prstGeom>
          <a:noFill/>
          <a:ln>
            <a:solidFill>
              <a:schemeClr val="bg1">
                <a:lumMod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49" name=""/>
          <p:cNvSpPr/>
          <p:nvPr/>
        </p:nvSpPr>
        <p:spPr>
          <a:xfrm>
            <a:off x="3923919" y="5180421"/>
            <a:ext cx="1656207" cy="288000"/>
          </a:xfrm>
          <a:prstGeom prst="rect">
            <a:avLst/>
          </a:prstGeom>
          <a:noFill/>
          <a:ln>
            <a:solidFill>
              <a:schemeClr val="bg1">
                <a:lumMod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50" name=""/>
          <p:cNvSpPr/>
          <p:nvPr/>
        </p:nvSpPr>
        <p:spPr>
          <a:xfrm>
            <a:off x="3923919" y="5563671"/>
            <a:ext cx="3024378" cy="288000"/>
          </a:xfrm>
          <a:prstGeom prst="rect">
            <a:avLst/>
          </a:prstGeom>
          <a:noFill/>
          <a:ln>
            <a:solidFill>
              <a:schemeClr val="bg1">
                <a:lumMod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51" name=""/>
          <p:cNvSpPr/>
          <p:nvPr/>
        </p:nvSpPr>
        <p:spPr>
          <a:xfrm>
            <a:off x="3923919" y="5956446"/>
            <a:ext cx="3024378" cy="288000"/>
          </a:xfrm>
          <a:prstGeom prst="rect">
            <a:avLst/>
          </a:prstGeom>
          <a:noFill/>
          <a:ln>
            <a:solidFill>
              <a:schemeClr val="bg1">
                <a:lumMod val="6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52" name=""/>
          <p:cNvSpPr/>
          <p:nvPr/>
        </p:nvSpPr>
        <p:spPr>
          <a:xfrm>
            <a:off x="7066820" y="5597550"/>
            <a:ext cx="931862" cy="22024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400">
                <a:solidFill>
                  <a:schemeClr val="tx1"/>
                </a:solidFill>
              </a:rPr>
              <a:t>주소 검색</a:t>
            </a:r>
            <a:endParaRPr lang="ko-KR" altLang="en-US" sz="1400">
              <a:solidFill>
                <a:schemeClr val="tx1"/>
              </a:solidFill>
            </a:endParaRPr>
          </a:p>
        </p:txBody>
      </p:sp>
      <p:sp>
        <p:nvSpPr>
          <p:cNvPr id="54" name=""/>
          <p:cNvSpPr/>
          <p:nvPr/>
        </p:nvSpPr>
        <p:spPr>
          <a:xfrm>
            <a:off x="7020306" y="179889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55" name=""/>
          <p:cNvSpPr/>
          <p:nvPr/>
        </p:nvSpPr>
        <p:spPr>
          <a:xfrm>
            <a:off x="6706775" y="5275617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0784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7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1" y="152208"/>
            <a:ext cx="854584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쪽지함</a:t>
            </a:r>
            <a:endParaRPr lang="ko-KR" altLang="en-US"/>
          </a:p>
        </p:txBody>
      </p:sp>
      <p:sp>
        <p:nvSpPr>
          <p:cNvPr id="186" name=""/>
          <p:cNvSpPr/>
          <p:nvPr/>
        </p:nvSpPr>
        <p:spPr>
          <a:xfrm>
            <a:off x="6912292" y="162763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7" name=""/>
          <p:cNvSpPr/>
          <p:nvPr/>
        </p:nvSpPr>
        <p:spPr>
          <a:xfrm>
            <a:off x="6982206" y="2059685"/>
            <a:ext cx="686181" cy="21717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700">
                <a:solidFill>
                  <a:schemeClr val="tx1"/>
                </a:solidFill>
              </a:rPr>
              <a:t>쪽지 보내기</a:t>
            </a:r>
            <a:endParaRPr lang="ko-KR" altLang="en-US" sz="700">
              <a:solidFill>
                <a:schemeClr val="tx1"/>
              </a:solidFill>
            </a:endParaRPr>
          </a:p>
        </p:txBody>
      </p:sp>
      <p:pic>
        <p:nvPicPr>
          <p:cNvPr id="188" name="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2556467" y="2334648"/>
            <a:ext cx="5760000" cy="396000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grpSp>
        <p:nvGrpSpPr>
          <p:cNvPr id="189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190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191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2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3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4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5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6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7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8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99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200" name=""/>
          <p:cNvPicPr>
            <a:picLocks noChangeAspect="1"/>
          </p:cNvPicPr>
          <p:nvPr/>
        </p:nvPicPr>
        <p:blipFill rotWithShape="1">
          <a:blip r:embed="rId8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201" name=""/>
          <p:cNvPicPr>
            <a:picLocks noChangeAspect="1"/>
          </p:cNvPicPr>
          <p:nvPr/>
        </p:nvPicPr>
        <p:blipFill rotWithShape="1">
          <a:blip r:embed="rId9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202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391216" y="2826448"/>
            <a:ext cx="3582162" cy="207466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cxnSp>
        <p:nvCxnSpPr>
          <p:cNvPr id="203" name=""/>
          <p:cNvCxnSpPr>
            <a:stCxn id="187" idx="2"/>
          </p:cNvCxnSpPr>
          <p:nvPr/>
        </p:nvCxnSpPr>
        <p:spPr>
          <a:xfrm rot="5400000">
            <a:off x="6848993" y="2520177"/>
            <a:ext cx="719627" cy="232984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"/>
          <p:cNvSpPr/>
          <p:nvPr/>
        </p:nvSpPr>
        <p:spPr>
          <a:xfrm>
            <a:off x="4572000" y="321297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205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6" name=""/>
          <p:cNvSpPr/>
          <p:nvPr/>
        </p:nvSpPr>
        <p:spPr>
          <a:xfrm>
            <a:off x="7782687" y="2059685"/>
            <a:ext cx="533781" cy="217170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100">
                <a:solidFill>
                  <a:schemeClr val="tx1"/>
                </a:solidFill>
              </a:rPr>
              <a:t>삭제</a:t>
            </a:r>
            <a:endParaRPr lang="ko-KR" altLang="en-US" sz="1100">
              <a:solidFill>
                <a:schemeClr val="tx1"/>
              </a:solidFill>
            </a:endParaRPr>
          </a:p>
        </p:txBody>
      </p:sp>
      <p:sp>
        <p:nvSpPr>
          <p:cNvPr id="208" name=""/>
          <p:cNvSpPr/>
          <p:nvPr/>
        </p:nvSpPr>
        <p:spPr>
          <a:xfrm>
            <a:off x="7736141" y="162763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0784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7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1" y="152208"/>
            <a:ext cx="114985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쪽지 조회</a:t>
            </a:r>
            <a:endParaRPr lang="ko-KR" altLang="en-US"/>
          </a:p>
        </p:txBody>
      </p:sp>
      <p:sp>
        <p:nvSpPr>
          <p:cNvPr id="205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208" name=""/>
          <p:cNvPicPr/>
          <p:nvPr/>
        </p:nvPicPr>
        <p:blipFill rotWithShape="1">
          <a:blip r:embed="rId7"/>
          <a:stretch>
            <a:fillRect/>
          </a:stretch>
        </p:blipFill>
        <p:spPr>
          <a:xfrm>
            <a:off x="2521839" y="2334053"/>
            <a:ext cx="5760000" cy="3960000"/>
          </a:xfrm>
          <a:prstGeom prst="rect">
            <a:avLst/>
          </a:prstGeom>
        </p:spPr>
      </p:pic>
      <p:sp>
        <p:nvSpPr>
          <p:cNvPr id="209" name=""/>
          <p:cNvSpPr/>
          <p:nvPr/>
        </p:nvSpPr>
        <p:spPr>
          <a:xfrm>
            <a:off x="2521839" y="195224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210" name=""/>
          <p:cNvSpPr/>
          <p:nvPr/>
        </p:nvSpPr>
        <p:spPr>
          <a:xfrm>
            <a:off x="3131820" y="195224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21839" y="2215515"/>
            <a:ext cx="5760720" cy="3987459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0784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건의사항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579938" y="2510218"/>
            <a:ext cx="5388676" cy="22383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900"/>
              <a:t>15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16" name=""/>
          <p:cNvSpPr txBox="1"/>
          <p:nvPr/>
        </p:nvSpPr>
        <p:spPr>
          <a:xfrm>
            <a:off x="2579938" y="2753106"/>
            <a:ext cx="5388676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14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2" name=""/>
          <p:cNvSpPr txBox="1"/>
          <p:nvPr/>
        </p:nvSpPr>
        <p:spPr>
          <a:xfrm>
            <a:off x="2579938" y="3005518"/>
            <a:ext cx="5388676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13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3" name=""/>
          <p:cNvSpPr txBox="1"/>
          <p:nvPr/>
        </p:nvSpPr>
        <p:spPr>
          <a:xfrm>
            <a:off x="2579938" y="3248406"/>
            <a:ext cx="5388676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12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4" name=""/>
          <p:cNvSpPr txBox="1"/>
          <p:nvPr/>
        </p:nvSpPr>
        <p:spPr>
          <a:xfrm>
            <a:off x="2579938" y="3500342"/>
            <a:ext cx="5388676" cy="224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11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5" name=""/>
          <p:cNvSpPr txBox="1"/>
          <p:nvPr/>
        </p:nvSpPr>
        <p:spPr>
          <a:xfrm>
            <a:off x="2579938" y="3743230"/>
            <a:ext cx="5388676" cy="2225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10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6" name=""/>
          <p:cNvSpPr txBox="1"/>
          <p:nvPr/>
        </p:nvSpPr>
        <p:spPr>
          <a:xfrm>
            <a:off x="2579938" y="3985407"/>
            <a:ext cx="5398202" cy="223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9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7" name=""/>
          <p:cNvSpPr txBox="1"/>
          <p:nvPr/>
        </p:nvSpPr>
        <p:spPr>
          <a:xfrm>
            <a:off x="2579938" y="4228295"/>
            <a:ext cx="5398202" cy="223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8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8" name=""/>
          <p:cNvSpPr txBox="1"/>
          <p:nvPr/>
        </p:nvSpPr>
        <p:spPr>
          <a:xfrm>
            <a:off x="2579938" y="4477131"/>
            <a:ext cx="539820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7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9" name=""/>
          <p:cNvSpPr txBox="1"/>
          <p:nvPr/>
        </p:nvSpPr>
        <p:spPr>
          <a:xfrm>
            <a:off x="2579938" y="4720019"/>
            <a:ext cx="539820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6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0" name=""/>
          <p:cNvSpPr txBox="1"/>
          <p:nvPr/>
        </p:nvSpPr>
        <p:spPr>
          <a:xfrm>
            <a:off x="2579938" y="4953381"/>
            <a:ext cx="539820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5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1" name=""/>
          <p:cNvSpPr txBox="1"/>
          <p:nvPr/>
        </p:nvSpPr>
        <p:spPr>
          <a:xfrm>
            <a:off x="2579938" y="5196269"/>
            <a:ext cx="539820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4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2" name=""/>
          <p:cNvSpPr txBox="1"/>
          <p:nvPr/>
        </p:nvSpPr>
        <p:spPr>
          <a:xfrm>
            <a:off x="2579938" y="5429631"/>
            <a:ext cx="539820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3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3" name=""/>
          <p:cNvSpPr txBox="1"/>
          <p:nvPr/>
        </p:nvSpPr>
        <p:spPr>
          <a:xfrm>
            <a:off x="2579938" y="5672519"/>
            <a:ext cx="539820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2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6" name=""/>
          <p:cNvSpPr txBox="1"/>
          <p:nvPr/>
        </p:nvSpPr>
        <p:spPr>
          <a:xfrm>
            <a:off x="2579938" y="5936837"/>
            <a:ext cx="5398202" cy="223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1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grpSp>
        <p:nvGrpSpPr>
          <p:cNvPr id="173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157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159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174" name=""/>
          <p:cNvPicPr>
            <a:picLocks noChangeAspect="1"/>
          </p:cNvPicPr>
          <p:nvPr/>
        </p:nvPicPr>
        <p:blipFill rotWithShape="1">
          <a:blip r:embed="rId6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175" name=""/>
          <p:cNvPicPr>
            <a:picLocks noChangeAspect="1"/>
          </p:cNvPicPr>
          <p:nvPr/>
        </p:nvPicPr>
        <p:blipFill rotWithShape="1">
          <a:blip r:embed="rId7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17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2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744778" y="1991106"/>
            <a:ext cx="447675" cy="247650"/>
          </a:xfrm>
          <a:prstGeom prst="rect">
            <a:avLst/>
          </a:prstGeom>
        </p:spPr>
      </p:pic>
      <p:sp>
        <p:nvSpPr>
          <p:cNvPr id="183" name=""/>
          <p:cNvSpPr txBox="1"/>
          <p:nvPr/>
        </p:nvSpPr>
        <p:spPr>
          <a:xfrm>
            <a:off x="179830" y="152208"/>
            <a:ext cx="444550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공지/건의/질문/자유/보강게시판 목록 화면</a:t>
            </a:r>
            <a:endParaRPr lang="ko-KR" altLang="en-US"/>
          </a:p>
        </p:txBody>
      </p:sp>
      <p:sp>
        <p:nvSpPr>
          <p:cNvPr id="186" name=""/>
          <p:cNvSpPr/>
          <p:nvPr/>
        </p:nvSpPr>
        <p:spPr>
          <a:xfrm>
            <a:off x="7384733" y="179889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8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1957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건의사항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1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11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0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556467" y="2221942"/>
            <a:ext cx="5760000" cy="3943400"/>
          </a:xfrm>
          <a:prstGeom prst="rect">
            <a:avLst/>
          </a:prstGeom>
          <a:ln w="9525"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81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365492" y="6237351"/>
            <a:ext cx="983001" cy="269315"/>
          </a:xfrm>
          <a:prstGeom prst="rect">
            <a:avLst/>
          </a:prstGeom>
        </p:spPr>
      </p:pic>
      <p:sp>
        <p:nvSpPr>
          <p:cNvPr id="182" name=""/>
          <p:cNvSpPr txBox="1"/>
          <p:nvPr/>
        </p:nvSpPr>
        <p:spPr>
          <a:xfrm>
            <a:off x="179831" y="152208"/>
            <a:ext cx="391210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공지/건의/질문/자유게시글 작성 화면</a:t>
            </a:r>
            <a:endParaRPr lang="ko-KR" altLang="en-US"/>
          </a:p>
        </p:txBody>
      </p:sp>
      <p:sp>
        <p:nvSpPr>
          <p:cNvPr id="183" name=""/>
          <p:cNvSpPr/>
          <p:nvPr/>
        </p:nvSpPr>
        <p:spPr>
          <a:xfrm>
            <a:off x="2233803" y="201739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4" name=""/>
          <p:cNvSpPr/>
          <p:nvPr/>
        </p:nvSpPr>
        <p:spPr>
          <a:xfrm>
            <a:off x="2233803" y="321297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cxnSp>
        <p:nvCxnSpPr>
          <p:cNvPr id="185" name=""/>
          <p:cNvCxnSpPr/>
          <p:nvPr/>
        </p:nvCxnSpPr>
        <p:spPr>
          <a:xfrm>
            <a:off x="2556467" y="2334648"/>
            <a:ext cx="32332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"/>
          <p:cNvCxnSpPr/>
          <p:nvPr/>
        </p:nvCxnSpPr>
        <p:spPr>
          <a:xfrm>
            <a:off x="2593848" y="3429000"/>
            <a:ext cx="32332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"/>
          <p:cNvSpPr/>
          <p:nvPr/>
        </p:nvSpPr>
        <p:spPr>
          <a:xfrm>
            <a:off x="7365492" y="573328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88" name=""/>
          <p:cNvSpPr/>
          <p:nvPr/>
        </p:nvSpPr>
        <p:spPr>
          <a:xfrm>
            <a:off x="7856992" y="573328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cxnSp>
        <p:nvCxnSpPr>
          <p:cNvPr id="189" name=""/>
          <p:cNvCxnSpPr/>
          <p:nvPr/>
        </p:nvCxnSpPr>
        <p:spPr>
          <a:xfrm>
            <a:off x="2765032" y="2737485"/>
            <a:ext cx="4790007" cy="0"/>
          </a:xfrm>
          <a:prstGeom prst="line">
            <a:avLst/>
          </a:prstGeom>
          <a:ln w="19050">
            <a:solidFill>
              <a:schemeClr val="accent2">
                <a:lumMod val="80000"/>
                <a:lumOff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"/>
          <p:cNvCxnSpPr/>
          <p:nvPr/>
        </p:nvCxnSpPr>
        <p:spPr>
          <a:xfrm>
            <a:off x="2771775" y="2780919"/>
            <a:ext cx="4790007" cy="0"/>
          </a:xfrm>
          <a:prstGeom prst="line">
            <a:avLst/>
          </a:prstGeom>
          <a:ln w="19050">
            <a:solidFill>
              <a:schemeClr val="accent2">
                <a:lumMod val="80000"/>
                <a:lumOff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1957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건의사항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1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11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1" name=""/>
          <p:cNvSpPr/>
          <p:nvPr/>
        </p:nvSpPr>
        <p:spPr>
          <a:xfrm>
            <a:off x="2521838" y="2277351"/>
            <a:ext cx="5760000" cy="2159775"/>
          </a:xfrm>
          <a:prstGeom prst="rect">
            <a:avLst/>
          </a:prstGeom>
          <a:noFill/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8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016072" y="5255895"/>
            <a:ext cx="2288625" cy="430131"/>
          </a:xfrm>
          <a:prstGeom prst="rect">
            <a:avLst/>
          </a:prstGeom>
        </p:spPr>
      </p:pic>
      <p:sp>
        <p:nvSpPr>
          <p:cNvPr id="183" name=""/>
          <p:cNvSpPr/>
          <p:nvPr/>
        </p:nvSpPr>
        <p:spPr>
          <a:xfrm>
            <a:off x="2521839" y="2277351"/>
            <a:ext cx="5760000" cy="28296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cxnSp>
        <p:nvCxnSpPr>
          <p:cNvPr id="184" name=""/>
          <p:cNvCxnSpPr/>
          <p:nvPr/>
        </p:nvCxnSpPr>
        <p:spPr>
          <a:xfrm>
            <a:off x="2521840" y="2826448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"/>
          <p:cNvCxnSpPr/>
          <p:nvPr/>
        </p:nvCxnSpPr>
        <p:spPr>
          <a:xfrm>
            <a:off x="2521840" y="4869180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521839" y="4484751"/>
            <a:ext cx="5760000" cy="333375"/>
          </a:xfrm>
          <a:prstGeom prst="rect">
            <a:avLst/>
          </a:prstGeom>
        </p:spPr>
      </p:pic>
      <p:sp>
        <p:nvSpPr>
          <p:cNvPr id="188" name=""/>
          <p:cNvSpPr txBox="1"/>
          <p:nvPr/>
        </p:nvSpPr>
        <p:spPr>
          <a:xfrm>
            <a:off x="3098292" y="4946523"/>
            <a:ext cx="2965322" cy="24269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000"/>
              <a:t>각 반 컴퓨터에 따로 알림 설정을 해주시면 됩니다.</a:t>
            </a:r>
            <a:endParaRPr lang="ko-KR" altLang="en-US" sz="1000"/>
          </a:p>
        </p:txBody>
      </p:sp>
      <p:sp>
        <p:nvSpPr>
          <p:cNvPr id="190" name=""/>
          <p:cNvSpPr txBox="1"/>
          <p:nvPr/>
        </p:nvSpPr>
        <p:spPr>
          <a:xfrm>
            <a:off x="2521840" y="4936998"/>
            <a:ext cx="598550" cy="2617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1100" b="1"/>
              <a:t>관리자</a:t>
            </a:r>
            <a:endParaRPr lang="ko-KR" altLang="en-US" sz="1100" b="1"/>
          </a:p>
        </p:txBody>
      </p:sp>
      <p:sp>
        <p:nvSpPr>
          <p:cNvPr id="192" name=""/>
          <p:cNvSpPr txBox="1"/>
          <p:nvPr/>
        </p:nvSpPr>
        <p:spPr>
          <a:xfrm>
            <a:off x="2521840" y="2262368"/>
            <a:ext cx="2103500" cy="28842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300"/>
              <a:t>종소리 좀 크게 틀어주세요</a:t>
            </a:r>
            <a:endParaRPr lang="ko-KR" altLang="en-US" sz="1300"/>
          </a:p>
        </p:txBody>
      </p:sp>
      <p:sp>
        <p:nvSpPr>
          <p:cNvPr id="193" name=""/>
          <p:cNvSpPr txBox="1"/>
          <p:nvPr/>
        </p:nvSpPr>
        <p:spPr>
          <a:xfrm>
            <a:off x="2544698" y="2569845"/>
            <a:ext cx="3833242" cy="24298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000" b="1"/>
              <a:t>작성자</a:t>
            </a:r>
            <a:r>
              <a:rPr lang="ko-KR" altLang="en-US" sz="1000"/>
              <a:t>   구**     </a:t>
            </a:r>
            <a:r>
              <a:rPr lang="ko-KR" altLang="en-US" sz="1000" b="1"/>
              <a:t>작성일</a:t>
            </a:r>
            <a:r>
              <a:rPr lang="ko-KR" altLang="en-US" sz="1000"/>
              <a:t>   2021-10-13     </a:t>
            </a:r>
            <a:r>
              <a:rPr lang="ko-KR" altLang="en-US" sz="1000" b="1"/>
              <a:t>조회수  </a:t>
            </a:r>
            <a:r>
              <a:rPr lang="ko-KR" altLang="en-US" sz="1000"/>
              <a:t> 50     </a:t>
            </a:r>
            <a:r>
              <a:rPr lang="ko-KR" altLang="en-US" sz="1000" b="1"/>
              <a:t>댓글수   </a:t>
            </a:r>
            <a:r>
              <a:rPr lang="ko-KR" altLang="en-US" sz="1000"/>
              <a:t>1</a:t>
            </a:r>
            <a:endParaRPr lang="ko-KR" altLang="en-US" sz="1000"/>
          </a:p>
        </p:txBody>
      </p:sp>
      <p:sp>
        <p:nvSpPr>
          <p:cNvPr id="194" name=""/>
          <p:cNvSpPr txBox="1"/>
          <p:nvPr/>
        </p:nvSpPr>
        <p:spPr>
          <a:xfrm>
            <a:off x="2544698" y="2891790"/>
            <a:ext cx="5195698" cy="3924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000"/>
              <a:t>종소리가 너무 작아서 잘 안들려요.</a:t>
            </a:r>
            <a:endParaRPr lang="ko-KR" altLang="en-US" sz="1000"/>
          </a:p>
          <a:p>
            <a:pPr>
              <a:defRPr lang="ko-KR" altLang="en-US"/>
            </a:pPr>
            <a:r>
              <a:rPr lang="ko-KR" altLang="en-US" sz="1000"/>
              <a:t>소리를 더 키울 수 없나요?</a:t>
            </a:r>
            <a:endParaRPr lang="ko-KR" altLang="en-US" sz="1000"/>
          </a:p>
        </p:txBody>
      </p:sp>
      <p:cxnSp>
        <p:nvCxnSpPr>
          <p:cNvPr id="195" name=""/>
          <p:cNvCxnSpPr/>
          <p:nvPr/>
        </p:nvCxnSpPr>
        <p:spPr>
          <a:xfrm>
            <a:off x="2544698" y="5255895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"/>
          <p:cNvSpPr txBox="1"/>
          <p:nvPr/>
        </p:nvSpPr>
        <p:spPr>
          <a:xfrm>
            <a:off x="179831" y="152208"/>
            <a:ext cx="4359784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공지/건의/질문/자유게시글 상세조회 화면</a:t>
            </a: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6156198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98" name=""/>
          <p:cNvSpPr/>
          <p:nvPr/>
        </p:nvSpPr>
        <p:spPr>
          <a:xfrm>
            <a:off x="6660261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sp>
        <p:nvSpPr>
          <p:cNvPr id="199" name=""/>
          <p:cNvSpPr/>
          <p:nvPr/>
        </p:nvSpPr>
        <p:spPr>
          <a:xfrm>
            <a:off x="7164324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5</a:t>
            </a:r>
            <a:endParaRPr lang="ko-KR" altLang="en-US" b="1"/>
          </a:p>
        </p:txBody>
      </p:sp>
      <p:sp>
        <p:nvSpPr>
          <p:cNvPr id="200" name=""/>
          <p:cNvSpPr/>
          <p:nvPr/>
        </p:nvSpPr>
        <p:spPr>
          <a:xfrm>
            <a:off x="7812405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6</a:t>
            </a:r>
            <a:endParaRPr lang="ko-KR" altLang="en-US" b="1"/>
          </a:p>
        </p:txBody>
      </p:sp>
      <p:sp>
        <p:nvSpPr>
          <p:cNvPr id="201" name=""/>
          <p:cNvSpPr/>
          <p:nvPr/>
        </p:nvSpPr>
        <p:spPr>
          <a:xfrm>
            <a:off x="3025902" y="421938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202" name=""/>
          <p:cNvSpPr/>
          <p:nvPr/>
        </p:nvSpPr>
        <p:spPr>
          <a:xfrm>
            <a:off x="7916163" y="405269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203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자료공유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55748" y="1700784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장터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173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157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159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174" name=""/>
          <p:cNvPicPr>
            <a:picLocks noChangeAspect="1"/>
          </p:cNvPicPr>
          <p:nvPr/>
        </p:nvPicPr>
        <p:blipFill rotWithShape="1">
          <a:blip r:embed="rId5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175" name=""/>
          <p:cNvPicPr>
            <a:picLocks noChangeAspect="1"/>
          </p:cNvPicPr>
          <p:nvPr/>
        </p:nvPicPr>
        <p:blipFill rotWithShape="1">
          <a:blip r:embed="rId6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177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2" y="152208"/>
            <a:ext cx="2397633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장터 게시판 목록 화면</a:t>
            </a:r>
            <a:endParaRPr lang="ko-KR" altLang="en-US"/>
          </a:p>
        </p:txBody>
      </p:sp>
      <p:pic>
        <p:nvPicPr>
          <p:cNvPr id="185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796784" y="1916811"/>
            <a:ext cx="447675" cy="247650"/>
          </a:xfrm>
          <a:prstGeom prst="rect">
            <a:avLst/>
          </a:prstGeom>
        </p:spPr>
      </p:pic>
      <p:pic>
        <p:nvPicPr>
          <p:cNvPr id="187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668133" y="2204847"/>
            <a:ext cx="5576326" cy="3960000"/>
          </a:xfrm>
          <a:prstGeom prst="rect">
            <a:avLst/>
          </a:prstGeom>
          <a:ln>
            <a:solidFill>
              <a:schemeClr val="tx1">
                <a:lumMod val="20000"/>
                <a:lumOff val="80000"/>
              </a:schemeClr>
            </a:solidFill>
          </a:ln>
        </p:spPr>
      </p:pic>
      <p:sp>
        <p:nvSpPr>
          <p:cNvPr id="188" name=""/>
          <p:cNvSpPr/>
          <p:nvPr/>
        </p:nvSpPr>
        <p:spPr>
          <a:xfrm>
            <a:off x="2699766" y="2267331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9" name=""/>
          <p:cNvSpPr/>
          <p:nvPr/>
        </p:nvSpPr>
        <p:spPr>
          <a:xfrm>
            <a:off x="2195703" y="306895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190" name=""/>
          <p:cNvSpPr/>
          <p:nvPr/>
        </p:nvSpPr>
        <p:spPr>
          <a:xfrm>
            <a:off x="2195703" y="360877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91" name=""/>
          <p:cNvSpPr/>
          <p:nvPr/>
        </p:nvSpPr>
        <p:spPr>
          <a:xfrm>
            <a:off x="2195703" y="4149090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cxnSp>
        <p:nvCxnSpPr>
          <p:cNvPr id="192" name=""/>
          <p:cNvCxnSpPr>
            <a:stCxn id="189" idx="3"/>
          </p:cNvCxnSpPr>
          <p:nvPr/>
        </p:nvCxnSpPr>
        <p:spPr>
          <a:xfrm>
            <a:off x="2555748" y="3284982"/>
            <a:ext cx="324040" cy="323793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"/>
          <p:cNvCxnSpPr/>
          <p:nvPr/>
        </p:nvCxnSpPr>
        <p:spPr>
          <a:xfrm flipV="1">
            <a:off x="2577465" y="3792988"/>
            <a:ext cx="302323" cy="63627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"/>
          <p:cNvCxnSpPr/>
          <p:nvPr/>
        </p:nvCxnSpPr>
        <p:spPr>
          <a:xfrm flipV="1">
            <a:off x="2565987" y="4045020"/>
            <a:ext cx="303562" cy="27965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5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rgbClr val="ffa5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55748" y="1700784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수료 후기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grpSp>
        <p:nvGrpSpPr>
          <p:cNvPr id="173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157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159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174" name=""/>
          <p:cNvPicPr>
            <a:picLocks noChangeAspect="1"/>
          </p:cNvPicPr>
          <p:nvPr/>
        </p:nvPicPr>
        <p:blipFill rotWithShape="1">
          <a:blip r:embed="rId5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175" name=""/>
          <p:cNvPicPr>
            <a:picLocks noChangeAspect="1"/>
          </p:cNvPicPr>
          <p:nvPr/>
        </p:nvPicPr>
        <p:blipFill rotWithShape="1">
          <a:blip r:embed="rId6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177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2" y="152208"/>
            <a:ext cx="2835783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수료후기 게시판 목록 화면</a:t>
            </a:r>
            <a:endParaRPr lang="ko-KR" altLang="en-US"/>
          </a:p>
        </p:txBody>
      </p:sp>
      <p:pic>
        <p:nvPicPr>
          <p:cNvPr id="185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7868793" y="1988820"/>
            <a:ext cx="447675" cy="247650"/>
          </a:xfrm>
          <a:prstGeom prst="rect">
            <a:avLst/>
          </a:prstGeom>
        </p:spPr>
      </p:pic>
      <p:graphicFrame>
        <p:nvGraphicFramePr>
          <p:cNvPr id="188" name=""/>
          <p:cNvGraphicFramePr>
            <a:graphicFrameLocks noGrp="1"/>
          </p:cNvGraphicFramePr>
          <p:nvPr/>
        </p:nvGraphicFramePr>
        <p:xfrm>
          <a:off x="2556000" y="2282400"/>
          <a:ext cx="5760000" cy="1101600"/>
        </p:xfrm>
        <a:graphic>
          <a:graphicData uri="http://schemas.openxmlformats.org/drawingml/2006/table">
            <a:tbl>
              <a:tblPr firstRow="1" bandRow="1"/>
              <a:tblGrid>
                <a:gridCol w="5760000"/>
              </a:tblGrid>
              <a:tr h="36720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</a:lnB>
                    <a:solidFill>
                      <a:schemeClr val="bg1">
                        <a:lumMod val="90000"/>
                      </a:schemeClr>
                    </a:solidFill>
                  </a:tcPr>
                </a:tc>
              </a:tr>
              <a:tr h="734400">
                <a:tc>
                  <a:txBody>
                    <a:bodyPr vert="horz" wrap="square" lIns="91440" tIns="45720" rIns="91440" bIns="45720" anchor="t" anchorCtr="0">
                      <a:spAutoFit/>
                    </a:bodyPr>
                    <a:p>
                      <a:pPr>
                        <a:defRPr lang="ko-KR" altLang="en-US"/>
                      </a:pPr>
                      <a:endParaRPr lang="ko-KR" altLang="en-US"/>
                    </a:p>
                  </a:txBody>
                  <a:tcPr marL="91440" marR="91440">
                    <a:lnL w="12700" cap="flat" cmpd="sng" algn="ctr">
                      <a:solidFill>
                        <a:prstClr val="black"/>
                      </a:solidFill>
                      <a:prstDash val="solid"/>
                      <a:round/>
                    </a:lnL>
                    <a:lnR w="12700" cap="flat" cmpd="sng" algn="ctr">
                      <a:solidFill>
                        <a:prstClr val="black"/>
                      </a:solidFill>
                      <a:prstDash val="solid"/>
                      <a:round/>
                    </a:lnR>
                    <a:lnT w="12700" cap="flat" cmpd="sng" algn="ctr">
                      <a:solidFill>
                        <a:prstClr val="black"/>
                      </a:solidFill>
                      <a:prstDash val="solid"/>
                      <a:round/>
                    </a:lnT>
                    <a:lnB w="12700" cap="flat" cmpd="sng" algn="ctr">
                      <a:solidFill>
                        <a:prstClr val="black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9" name=""/>
          <p:cNvSpPr/>
          <p:nvPr/>
        </p:nvSpPr>
        <p:spPr>
          <a:xfrm>
            <a:off x="2555748" y="3429000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196" name=""/>
          <p:cNvSpPr txBox="1"/>
          <p:nvPr/>
        </p:nvSpPr>
        <p:spPr>
          <a:xfrm>
            <a:off x="3015615" y="2420874"/>
            <a:ext cx="257175" cy="358521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endParaRPr lang="ko-KR" altLang="en-US"/>
          </a:p>
        </p:txBody>
      </p:sp>
      <p:pic>
        <p:nvPicPr>
          <p:cNvPr id="197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2627757" y="2708910"/>
            <a:ext cx="4810125" cy="266700"/>
          </a:xfrm>
          <a:prstGeom prst="rect">
            <a:avLst/>
          </a:prstGeom>
        </p:spPr>
      </p:pic>
      <p:sp>
        <p:nvSpPr>
          <p:cNvPr id="198" name=""/>
          <p:cNvSpPr txBox="1"/>
          <p:nvPr/>
        </p:nvSpPr>
        <p:spPr>
          <a:xfrm>
            <a:off x="2555748" y="2317813"/>
            <a:ext cx="5540438" cy="242507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199" name=""/>
          <p:cNvSpPr/>
          <p:nvPr/>
        </p:nvSpPr>
        <p:spPr>
          <a:xfrm>
            <a:off x="2555748" y="3739542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0" name=""/>
          <p:cNvSpPr/>
          <p:nvPr/>
        </p:nvSpPr>
        <p:spPr>
          <a:xfrm>
            <a:off x="2555748" y="4050085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1" name=""/>
          <p:cNvSpPr/>
          <p:nvPr/>
        </p:nvSpPr>
        <p:spPr>
          <a:xfrm>
            <a:off x="2555748" y="4360628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2" name=""/>
          <p:cNvSpPr/>
          <p:nvPr/>
        </p:nvSpPr>
        <p:spPr>
          <a:xfrm>
            <a:off x="2555748" y="4671171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3" name=""/>
          <p:cNvSpPr/>
          <p:nvPr/>
        </p:nvSpPr>
        <p:spPr>
          <a:xfrm>
            <a:off x="2555748" y="4981714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4" name=""/>
          <p:cNvSpPr/>
          <p:nvPr/>
        </p:nvSpPr>
        <p:spPr>
          <a:xfrm>
            <a:off x="2555748" y="5292257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5" name=""/>
          <p:cNvSpPr/>
          <p:nvPr/>
        </p:nvSpPr>
        <p:spPr>
          <a:xfrm>
            <a:off x="2555748" y="5602800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6" name=""/>
          <p:cNvSpPr/>
          <p:nvPr/>
        </p:nvSpPr>
        <p:spPr>
          <a:xfrm>
            <a:off x="2555748" y="5913342"/>
            <a:ext cx="5760252" cy="25199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 lang="ko-KR" altLang="en-US"/>
            </a:pPr>
            <a:r>
              <a:rPr lang="ko-KR" altLang="en-US" sz="1000">
                <a:solidFill>
                  <a:schemeClr val="tx1">
                    <a:lumMod val="70000"/>
                    <a:lumOff val="30000"/>
                  </a:schemeClr>
                </a:solidFill>
              </a:rPr>
              <a:t>전자정부 표준 프레임워크 기반 풀-스택 개발자 양성과정(7기) / 2021년 8월 수료</a:t>
            </a:r>
            <a:endParaRPr lang="ko-KR" altLang="en-US" sz="1000">
              <a:solidFill>
                <a:schemeClr val="tx1">
                  <a:lumMod val="70000"/>
                  <a:lumOff val="30000"/>
                </a:schemeClr>
              </a:solidFill>
            </a:endParaRPr>
          </a:p>
        </p:txBody>
      </p:sp>
      <p:sp>
        <p:nvSpPr>
          <p:cNvPr id="209" name=""/>
          <p:cNvSpPr/>
          <p:nvPr/>
        </p:nvSpPr>
        <p:spPr>
          <a:xfrm>
            <a:off x="2233803" y="1988820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210" name=""/>
          <p:cNvSpPr/>
          <p:nvPr/>
        </p:nvSpPr>
        <p:spPr>
          <a:xfrm>
            <a:off x="2233803" y="273748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211" name=""/>
          <p:cNvSpPr txBox="1"/>
          <p:nvPr/>
        </p:nvSpPr>
        <p:spPr>
          <a:xfrm>
            <a:off x="1047814" y="1134237"/>
            <a:ext cx="7048372" cy="2830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건의사항   자료공유   질문   보강자료   자유게시판   장터   수료후기   회사정보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회사정보</a:t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기관 일정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chemeClr val="tx2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2">
                <a:lumMod val="80000"/>
                <a:lumOff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83467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1080135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  /  403호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나가기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65373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412114" y="1121283"/>
            <a:ext cx="7048372" cy="2914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  과제게시판     자료공유     질문게시판     자유게시판     점심게시판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pic>
        <p:nvPicPr>
          <p:cNvPr id="177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179832" y="152208"/>
            <a:ext cx="921257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클래스 </a:t>
            </a:r>
            <a:endParaRPr lang="ko-KR" altLang="en-US"/>
          </a:p>
        </p:txBody>
      </p:sp>
      <p:pic>
        <p:nvPicPr>
          <p:cNvPr id="184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928448" y="3187827"/>
            <a:ext cx="201962" cy="145720"/>
          </a:xfrm>
          <a:prstGeom prst="rect">
            <a:avLst/>
          </a:prstGeom>
        </p:spPr>
      </p:pic>
      <p:sp>
        <p:nvSpPr>
          <p:cNvPr id="185" name=""/>
          <p:cNvSpPr txBox="1"/>
          <p:nvPr/>
        </p:nvSpPr>
        <p:spPr>
          <a:xfrm>
            <a:off x="1073246" y="3152252"/>
            <a:ext cx="1050448" cy="214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채팅방 입장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3663696" y="3429000"/>
            <a:ext cx="3572637" cy="3665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클래스 입장하면 보이는 첫 페이지</a:t>
            </a:r>
            <a:endParaRPr lang="ko-KR" altLang="en-US"/>
          </a:p>
        </p:txBody>
      </p:sp>
      <p:sp>
        <p:nvSpPr>
          <p:cNvPr id="187" name=""/>
          <p:cNvSpPr/>
          <p:nvPr/>
        </p:nvSpPr>
        <p:spPr>
          <a:xfrm>
            <a:off x="1619631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8" name=""/>
          <p:cNvSpPr/>
          <p:nvPr/>
        </p:nvSpPr>
        <p:spPr>
          <a:xfrm>
            <a:off x="2627757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sp>
        <p:nvSpPr>
          <p:cNvPr id="189" name=""/>
          <p:cNvSpPr/>
          <p:nvPr/>
        </p:nvSpPr>
        <p:spPr>
          <a:xfrm>
            <a:off x="3707892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90" name=""/>
          <p:cNvSpPr/>
          <p:nvPr/>
        </p:nvSpPr>
        <p:spPr>
          <a:xfrm>
            <a:off x="4644009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sp>
        <p:nvSpPr>
          <p:cNvPr id="191" name=""/>
          <p:cNvSpPr/>
          <p:nvPr/>
        </p:nvSpPr>
        <p:spPr>
          <a:xfrm>
            <a:off x="5796153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5</a:t>
            </a:r>
            <a:endParaRPr lang="ko-KR" altLang="en-US" b="1"/>
          </a:p>
        </p:txBody>
      </p:sp>
      <p:sp>
        <p:nvSpPr>
          <p:cNvPr id="192" name=""/>
          <p:cNvSpPr/>
          <p:nvPr/>
        </p:nvSpPr>
        <p:spPr>
          <a:xfrm>
            <a:off x="6948297" y="69265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6</a:t>
            </a:r>
            <a:endParaRPr lang="ko-KR" altLang="en-US" b="1"/>
          </a:p>
        </p:txBody>
      </p:sp>
      <p:sp>
        <p:nvSpPr>
          <p:cNvPr id="195" name=""/>
          <p:cNvSpPr/>
          <p:nvPr/>
        </p:nvSpPr>
        <p:spPr>
          <a:xfrm>
            <a:off x="251460" y="299694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7</a:t>
            </a:r>
            <a:endParaRPr lang="ko-KR" altLang="en-US" b="1"/>
          </a:p>
        </p:txBody>
      </p:sp>
      <p:cxnSp>
        <p:nvCxnSpPr>
          <p:cNvPr id="196" name=""/>
          <p:cNvCxnSpPr>
            <a:stCxn id="195" idx="3"/>
            <a:endCxn id="184" idx="1"/>
          </p:cNvCxnSpPr>
          <p:nvPr/>
        </p:nvCxnSpPr>
        <p:spPr>
          <a:xfrm>
            <a:off x="611505" y="3212973"/>
            <a:ext cx="316943" cy="47714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chemeClr val="tx2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21839" y="2215515"/>
            <a:ext cx="5760720" cy="3987459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2">
                <a:lumMod val="80000"/>
                <a:lumOff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0784"/>
            <a:ext cx="1833562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자유게시판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98785" y="3383467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1080135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  /  403호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나가기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65373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412114" y="1121283"/>
            <a:ext cx="7048372" cy="29146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  과제게시판     자료공유     질문게시판     자유게시판     점심게시판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14" name=""/>
          <p:cNvSpPr txBox="1"/>
          <p:nvPr/>
        </p:nvSpPr>
        <p:spPr>
          <a:xfrm>
            <a:off x="2579933" y="2510218"/>
            <a:ext cx="5369632" cy="223838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900"/>
              <a:t>15           집에 가고 싶다    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16" name=""/>
          <p:cNvSpPr txBox="1"/>
          <p:nvPr/>
        </p:nvSpPr>
        <p:spPr>
          <a:xfrm>
            <a:off x="2579933" y="2753106"/>
            <a:ext cx="5369632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14            </a:t>
            </a:r>
            <a:r>
              <a:rPr lang="en-US" altLang="ko-KR" sz="900"/>
              <a:t>dog</a:t>
            </a:r>
            <a:r>
              <a:rPr lang="ko-KR" altLang="en-US" sz="900"/>
              <a:t>피곤 하다~   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2" name=""/>
          <p:cNvSpPr txBox="1"/>
          <p:nvPr/>
        </p:nvSpPr>
        <p:spPr>
          <a:xfrm>
            <a:off x="2579938" y="3005518"/>
            <a:ext cx="5388676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13           주변 맛집 좀 알려주삼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3" name=""/>
          <p:cNvSpPr txBox="1"/>
          <p:nvPr/>
        </p:nvSpPr>
        <p:spPr>
          <a:xfrm>
            <a:off x="2579932" y="3248406"/>
            <a:ext cx="5388682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12           하히후헤호~        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4" name=""/>
          <p:cNvSpPr txBox="1"/>
          <p:nvPr/>
        </p:nvSpPr>
        <p:spPr>
          <a:xfrm>
            <a:off x="2579938" y="3500342"/>
            <a:ext cx="5398202" cy="224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11           메가커피 짱 좋아~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5" name=""/>
          <p:cNvSpPr txBox="1"/>
          <p:nvPr/>
        </p:nvSpPr>
        <p:spPr>
          <a:xfrm>
            <a:off x="2579930" y="3743230"/>
            <a:ext cx="5388684" cy="2225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10           우리가 먹여 살리는 가게들 </a:t>
            </a:r>
            <a:r>
              <a:rPr lang="en-US" altLang="ko-KR" sz="900"/>
              <a:t>top3 </a:t>
            </a:r>
            <a:r>
              <a:rPr lang="ko-KR" altLang="en-US" sz="900"/>
              <a:t>                                   김**        2021-10-13    20           1</a:t>
            </a:r>
            <a:endParaRPr lang="ko-KR" altLang="en-US" sz="900"/>
          </a:p>
        </p:txBody>
      </p:sp>
      <p:sp>
        <p:nvSpPr>
          <p:cNvPr id="146" name=""/>
          <p:cNvSpPr txBox="1"/>
          <p:nvPr/>
        </p:nvSpPr>
        <p:spPr>
          <a:xfrm>
            <a:off x="2579938" y="3985407"/>
            <a:ext cx="5398202" cy="223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9           비타민 먹어요~    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7" name=""/>
          <p:cNvSpPr txBox="1"/>
          <p:nvPr/>
        </p:nvSpPr>
        <p:spPr>
          <a:xfrm>
            <a:off x="2579934" y="4228295"/>
            <a:ext cx="5398206" cy="223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8           다들 수료하면 제일 먼저 뭐 하고 싶어요?                       김**        2021-10-13    20           1</a:t>
            </a:r>
            <a:endParaRPr lang="ko-KR" altLang="en-US" sz="900"/>
          </a:p>
        </p:txBody>
      </p:sp>
      <p:sp>
        <p:nvSpPr>
          <p:cNvPr id="148" name=""/>
          <p:cNvSpPr txBox="1"/>
          <p:nvPr/>
        </p:nvSpPr>
        <p:spPr>
          <a:xfrm>
            <a:off x="2579938" y="4477131"/>
            <a:ext cx="539820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7           정말 </a:t>
            </a:r>
            <a:r>
              <a:rPr lang="en-US" altLang="ko-KR" sz="900"/>
              <a:t>null</a:t>
            </a:r>
            <a:r>
              <a:rPr lang="ko-KR" altLang="en-US" sz="900"/>
              <a:t>받는다!!!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49" name=""/>
          <p:cNvSpPr txBox="1"/>
          <p:nvPr/>
        </p:nvSpPr>
        <p:spPr>
          <a:xfrm>
            <a:off x="2579938" y="4720019"/>
            <a:ext cx="537915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6           집에 좀 보내주세요~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0" name=""/>
          <p:cNvSpPr txBox="1"/>
          <p:nvPr/>
        </p:nvSpPr>
        <p:spPr>
          <a:xfrm>
            <a:off x="2579938" y="4953381"/>
            <a:ext cx="537915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5           여러분 우리 수료까지 두달 남음                                    김**        2021-10-13    20           1</a:t>
            </a:r>
            <a:endParaRPr lang="ko-KR" altLang="en-US" sz="900"/>
          </a:p>
        </p:txBody>
      </p:sp>
      <p:sp>
        <p:nvSpPr>
          <p:cNvPr id="151" name=""/>
          <p:cNvSpPr txBox="1"/>
          <p:nvPr/>
        </p:nvSpPr>
        <p:spPr>
          <a:xfrm>
            <a:off x="2579938" y="5196269"/>
            <a:ext cx="536010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4           </a:t>
            </a:r>
            <a:r>
              <a:rPr lang="en-US" altLang="ko-KR" sz="900"/>
              <a:t>hey hey quiero ir a casa  </a:t>
            </a:r>
            <a:r>
              <a:rPr lang="ko-KR" altLang="en-US" sz="900"/>
              <a:t>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2" name=""/>
          <p:cNvSpPr txBox="1"/>
          <p:nvPr/>
        </p:nvSpPr>
        <p:spPr>
          <a:xfrm>
            <a:off x="2579938" y="5429631"/>
            <a:ext cx="5379152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3           아이폰 </a:t>
            </a:r>
            <a:r>
              <a:rPr lang="en-US" altLang="ko-KR" sz="900"/>
              <a:t>vs.</a:t>
            </a:r>
            <a:r>
              <a:rPr lang="ko-KR" altLang="en-US" sz="900"/>
              <a:t> 갤럭시             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3" name=""/>
          <p:cNvSpPr txBox="1"/>
          <p:nvPr/>
        </p:nvSpPr>
        <p:spPr>
          <a:xfrm>
            <a:off x="2579938" y="5672519"/>
            <a:ext cx="539820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2           종소리 좀 크게 틀어주세요.                                           김**        2021-10-13    20           1</a:t>
            </a:r>
            <a:endParaRPr lang="ko-KR" altLang="en-US" sz="900"/>
          </a:p>
        </p:txBody>
      </p:sp>
      <p:sp>
        <p:nvSpPr>
          <p:cNvPr id="156" name=""/>
          <p:cNvSpPr txBox="1"/>
          <p:nvPr/>
        </p:nvSpPr>
        <p:spPr>
          <a:xfrm>
            <a:off x="2579938" y="5936837"/>
            <a:ext cx="5398202" cy="223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  1           거참화장실좀갈수있지                                                  김**        2021-10-13    20           1</a:t>
            </a:r>
            <a:endParaRPr lang="ko-KR" altLang="en-US" sz="900"/>
          </a:p>
        </p:txBody>
      </p:sp>
      <p:grpSp>
        <p:nvGrpSpPr>
          <p:cNvPr id="173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157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159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2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3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4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5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6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7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8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169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174" name=""/>
          <p:cNvPicPr>
            <a:picLocks noChangeAspect="1"/>
          </p:cNvPicPr>
          <p:nvPr/>
        </p:nvPicPr>
        <p:blipFill rotWithShape="1">
          <a:blip r:embed="rId6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175" name=""/>
          <p:cNvPicPr>
            <a:picLocks noChangeAspect="1"/>
          </p:cNvPicPr>
          <p:nvPr/>
        </p:nvPicPr>
        <p:blipFill rotWithShape="1">
          <a:blip r:embed="rId7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17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78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79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0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2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744778" y="1991106"/>
            <a:ext cx="447675" cy="247650"/>
          </a:xfrm>
          <a:prstGeom prst="rect">
            <a:avLst/>
          </a:prstGeom>
        </p:spPr>
      </p:pic>
      <p:sp>
        <p:nvSpPr>
          <p:cNvPr id="183" name=""/>
          <p:cNvSpPr txBox="1"/>
          <p:nvPr/>
        </p:nvSpPr>
        <p:spPr>
          <a:xfrm>
            <a:off x="179832" y="152208"/>
            <a:ext cx="4121658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클래스 공지/질문/자유게시판 목록 화면</a:t>
            </a:r>
            <a:endParaRPr lang="ko-KR" altLang="en-US"/>
          </a:p>
        </p:txBody>
      </p:sp>
      <p:pic>
        <p:nvPicPr>
          <p:cNvPr id="184" name="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8448" y="3187827"/>
            <a:ext cx="201962" cy="145720"/>
          </a:xfrm>
          <a:prstGeom prst="rect">
            <a:avLst/>
          </a:prstGeom>
        </p:spPr>
      </p:pic>
      <p:sp>
        <p:nvSpPr>
          <p:cNvPr id="185" name=""/>
          <p:cNvSpPr txBox="1"/>
          <p:nvPr/>
        </p:nvSpPr>
        <p:spPr>
          <a:xfrm>
            <a:off x="1073246" y="3152252"/>
            <a:ext cx="1050448" cy="214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채팅방 입장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chemeClr val="tx2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2">
                <a:lumMod val="80000"/>
                <a:lumOff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1957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건의사항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1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11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80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556467" y="2221942"/>
            <a:ext cx="5760000" cy="3943400"/>
          </a:xfrm>
          <a:prstGeom prst="rect">
            <a:avLst/>
          </a:prstGeom>
          <a:ln w="9525">
            <a:solidFill>
              <a:schemeClr val="tx1">
                <a:lumMod val="20000"/>
                <a:lumOff val="80000"/>
              </a:schemeClr>
            </a:solidFill>
          </a:ln>
        </p:spPr>
      </p:pic>
      <p:pic>
        <p:nvPicPr>
          <p:cNvPr id="181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365492" y="6237351"/>
            <a:ext cx="983001" cy="269315"/>
          </a:xfrm>
          <a:prstGeom prst="rect">
            <a:avLst/>
          </a:prstGeom>
        </p:spPr>
      </p:pic>
      <p:sp>
        <p:nvSpPr>
          <p:cNvPr id="182" name=""/>
          <p:cNvSpPr txBox="1"/>
          <p:nvPr/>
        </p:nvSpPr>
        <p:spPr>
          <a:xfrm>
            <a:off x="179830" y="152208"/>
            <a:ext cx="465505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클래스 공지/건의/질문/자유게시글 작성 화면</a:t>
            </a:r>
            <a:endParaRPr lang="ko-KR" altLang="en-US"/>
          </a:p>
        </p:txBody>
      </p:sp>
      <p:sp>
        <p:nvSpPr>
          <p:cNvPr id="183" name=""/>
          <p:cNvSpPr/>
          <p:nvPr/>
        </p:nvSpPr>
        <p:spPr>
          <a:xfrm>
            <a:off x="2233803" y="201739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184" name=""/>
          <p:cNvSpPr/>
          <p:nvPr/>
        </p:nvSpPr>
        <p:spPr>
          <a:xfrm>
            <a:off x="2233803" y="3212973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cxnSp>
        <p:nvCxnSpPr>
          <p:cNvPr id="185" name=""/>
          <p:cNvCxnSpPr/>
          <p:nvPr/>
        </p:nvCxnSpPr>
        <p:spPr>
          <a:xfrm>
            <a:off x="2556467" y="2334648"/>
            <a:ext cx="32332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"/>
          <p:cNvCxnSpPr/>
          <p:nvPr/>
        </p:nvCxnSpPr>
        <p:spPr>
          <a:xfrm>
            <a:off x="2593848" y="3429000"/>
            <a:ext cx="323321" cy="0"/>
          </a:xfrm>
          <a:prstGeom prst="straightConnector1">
            <a:avLst/>
          </a:prstGeom>
          <a:ln w="190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"/>
          <p:cNvSpPr/>
          <p:nvPr/>
        </p:nvSpPr>
        <p:spPr>
          <a:xfrm>
            <a:off x="7365492" y="573328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88" name=""/>
          <p:cNvSpPr/>
          <p:nvPr/>
        </p:nvSpPr>
        <p:spPr>
          <a:xfrm>
            <a:off x="7856992" y="5733288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cxnSp>
        <p:nvCxnSpPr>
          <p:cNvPr id="189" name=""/>
          <p:cNvCxnSpPr/>
          <p:nvPr/>
        </p:nvCxnSpPr>
        <p:spPr>
          <a:xfrm>
            <a:off x="2765032" y="2737485"/>
            <a:ext cx="4790007" cy="0"/>
          </a:xfrm>
          <a:prstGeom prst="line">
            <a:avLst/>
          </a:prstGeom>
          <a:ln w="19050">
            <a:solidFill>
              <a:schemeClr val="accent2">
                <a:lumMod val="80000"/>
                <a:lumOff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"/>
          <p:cNvCxnSpPr/>
          <p:nvPr/>
        </p:nvCxnSpPr>
        <p:spPr>
          <a:xfrm>
            <a:off x="2771775" y="2780919"/>
            <a:ext cx="4790007" cy="0"/>
          </a:xfrm>
          <a:prstGeom prst="line">
            <a:avLst/>
          </a:prstGeom>
          <a:ln w="19050">
            <a:solidFill>
              <a:schemeClr val="accent2">
                <a:lumMod val="80000"/>
                <a:lumOff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1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28448" y="3187827"/>
            <a:ext cx="201962" cy="145720"/>
          </a:xfrm>
          <a:prstGeom prst="rect">
            <a:avLst/>
          </a:prstGeom>
        </p:spPr>
      </p:pic>
      <p:sp>
        <p:nvSpPr>
          <p:cNvPr id="192" name=""/>
          <p:cNvSpPr txBox="1"/>
          <p:nvPr/>
        </p:nvSpPr>
        <p:spPr>
          <a:xfrm>
            <a:off x="1073246" y="3152252"/>
            <a:ext cx="1050448" cy="214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채팅방 입장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1412114" y="1121283"/>
            <a:ext cx="7048372" cy="291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  과제게시판     자료공유     질문게시판     자유게시판     점심게시판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chemeClr val="tx2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sp>
        <p:nvSpPr>
          <p:cNvPr id="10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2">
                <a:lumMod val="80000"/>
                <a:lumOff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01" name=""/>
          <p:cNvSpPr txBox="1"/>
          <p:nvPr/>
        </p:nvSpPr>
        <p:spPr>
          <a:xfrm>
            <a:off x="2521839" y="1701957"/>
            <a:ext cx="1368171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건의사항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0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03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8785" y="3354892"/>
            <a:ext cx="177102" cy="163266"/>
          </a:xfrm>
          <a:prstGeom prst="rect">
            <a:avLst/>
          </a:prstGeom>
        </p:spPr>
      </p:pic>
      <p:sp>
        <p:nvSpPr>
          <p:cNvPr id="104" name=""/>
          <p:cNvSpPr txBox="1"/>
          <p:nvPr/>
        </p:nvSpPr>
        <p:spPr>
          <a:xfrm>
            <a:off x="1038225" y="1798891"/>
            <a:ext cx="432054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5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0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0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입장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96861" y="3336798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09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110" name="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111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81" name=""/>
          <p:cNvSpPr/>
          <p:nvPr/>
        </p:nvSpPr>
        <p:spPr>
          <a:xfrm>
            <a:off x="2521838" y="2277351"/>
            <a:ext cx="5760000" cy="2159775"/>
          </a:xfrm>
          <a:prstGeom prst="rect">
            <a:avLst/>
          </a:prstGeom>
          <a:noFill/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82" name="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016072" y="5255895"/>
            <a:ext cx="2288625" cy="430131"/>
          </a:xfrm>
          <a:prstGeom prst="rect">
            <a:avLst/>
          </a:prstGeom>
        </p:spPr>
      </p:pic>
      <p:sp>
        <p:nvSpPr>
          <p:cNvPr id="183" name=""/>
          <p:cNvSpPr/>
          <p:nvPr/>
        </p:nvSpPr>
        <p:spPr>
          <a:xfrm>
            <a:off x="2521839" y="2277351"/>
            <a:ext cx="5760000" cy="282969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 lang="ko-KR" altLang="en-US"/>
            </a:pPr>
            <a:endParaRPr lang="ko-KR" altLang="en-US"/>
          </a:p>
        </p:txBody>
      </p:sp>
      <p:cxnSp>
        <p:nvCxnSpPr>
          <p:cNvPr id="184" name=""/>
          <p:cNvCxnSpPr/>
          <p:nvPr/>
        </p:nvCxnSpPr>
        <p:spPr>
          <a:xfrm>
            <a:off x="2521840" y="2826448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"/>
          <p:cNvCxnSpPr/>
          <p:nvPr/>
        </p:nvCxnSpPr>
        <p:spPr>
          <a:xfrm>
            <a:off x="2521840" y="4869180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87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2521839" y="4484751"/>
            <a:ext cx="5760000" cy="333375"/>
          </a:xfrm>
          <a:prstGeom prst="rect">
            <a:avLst/>
          </a:prstGeom>
        </p:spPr>
      </p:pic>
      <p:sp>
        <p:nvSpPr>
          <p:cNvPr id="188" name=""/>
          <p:cNvSpPr txBox="1"/>
          <p:nvPr/>
        </p:nvSpPr>
        <p:spPr>
          <a:xfrm>
            <a:off x="3098292" y="4946523"/>
            <a:ext cx="2965322" cy="24269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000"/>
              <a:t>각 반 컴퓨터에 따로 알림 설정을 해주시면 됩니다.</a:t>
            </a:r>
            <a:endParaRPr lang="ko-KR" altLang="en-US" sz="1000"/>
          </a:p>
        </p:txBody>
      </p:sp>
      <p:sp>
        <p:nvSpPr>
          <p:cNvPr id="190" name=""/>
          <p:cNvSpPr txBox="1"/>
          <p:nvPr/>
        </p:nvSpPr>
        <p:spPr>
          <a:xfrm>
            <a:off x="2521840" y="4936998"/>
            <a:ext cx="598550" cy="26174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1100" b="1"/>
              <a:t>관리자</a:t>
            </a:r>
            <a:endParaRPr lang="ko-KR" altLang="en-US" sz="1100" b="1"/>
          </a:p>
        </p:txBody>
      </p:sp>
      <p:sp>
        <p:nvSpPr>
          <p:cNvPr id="192" name=""/>
          <p:cNvSpPr txBox="1"/>
          <p:nvPr/>
        </p:nvSpPr>
        <p:spPr>
          <a:xfrm>
            <a:off x="2521840" y="2262368"/>
            <a:ext cx="2103500" cy="288427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300"/>
              <a:t>종소리 좀 크게 틀어주세요</a:t>
            </a:r>
            <a:endParaRPr lang="ko-KR" altLang="en-US" sz="1300"/>
          </a:p>
        </p:txBody>
      </p:sp>
      <p:sp>
        <p:nvSpPr>
          <p:cNvPr id="193" name=""/>
          <p:cNvSpPr txBox="1"/>
          <p:nvPr/>
        </p:nvSpPr>
        <p:spPr>
          <a:xfrm>
            <a:off x="2544698" y="2569845"/>
            <a:ext cx="3833241" cy="242983"/>
          </a:xfrm>
          <a:prstGeom prst="rect">
            <a:avLst/>
          </a:prstGeom>
        </p:spPr>
        <p:txBody>
          <a:bodyPr wrap="none">
            <a:spAutoFit/>
          </a:bodyPr>
          <a:p>
            <a:pPr>
              <a:defRPr lang="ko-KR" altLang="en-US"/>
            </a:pPr>
            <a:r>
              <a:rPr lang="ko-KR" altLang="en-US" sz="1000" b="1"/>
              <a:t>작성자</a:t>
            </a:r>
            <a:r>
              <a:rPr lang="ko-KR" altLang="en-US" sz="1000"/>
              <a:t>   구**     </a:t>
            </a:r>
            <a:r>
              <a:rPr lang="ko-KR" altLang="en-US" sz="1000" b="1"/>
              <a:t>작성일</a:t>
            </a:r>
            <a:r>
              <a:rPr lang="ko-KR" altLang="en-US" sz="1000"/>
              <a:t>   2021-10-13     </a:t>
            </a:r>
            <a:r>
              <a:rPr lang="ko-KR" altLang="en-US" sz="1000" b="1"/>
              <a:t>조회수  </a:t>
            </a:r>
            <a:r>
              <a:rPr lang="ko-KR" altLang="en-US" sz="1000"/>
              <a:t> 50     </a:t>
            </a:r>
            <a:r>
              <a:rPr lang="ko-KR" altLang="en-US" sz="1000" b="1"/>
              <a:t>댓글수   </a:t>
            </a:r>
            <a:r>
              <a:rPr lang="ko-KR" altLang="en-US" sz="1000"/>
              <a:t>1</a:t>
            </a:r>
            <a:endParaRPr lang="ko-KR" altLang="en-US" sz="1000"/>
          </a:p>
        </p:txBody>
      </p:sp>
      <p:sp>
        <p:nvSpPr>
          <p:cNvPr id="194" name=""/>
          <p:cNvSpPr txBox="1"/>
          <p:nvPr/>
        </p:nvSpPr>
        <p:spPr>
          <a:xfrm>
            <a:off x="2544698" y="2891790"/>
            <a:ext cx="5195698" cy="39243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defRPr lang="ko-KR" altLang="en-US"/>
            </a:pPr>
            <a:r>
              <a:rPr lang="ko-KR" altLang="en-US" sz="1000"/>
              <a:t>종소리가 너무 작아서 잘 안들려요.</a:t>
            </a:r>
            <a:endParaRPr lang="ko-KR" altLang="en-US" sz="1000"/>
          </a:p>
          <a:p>
            <a:pPr>
              <a:defRPr lang="ko-KR" altLang="en-US"/>
            </a:pPr>
            <a:r>
              <a:rPr lang="ko-KR" altLang="en-US" sz="1000"/>
              <a:t>소리를 더 키울 수 없나요?</a:t>
            </a:r>
            <a:endParaRPr lang="ko-KR" altLang="en-US" sz="1000"/>
          </a:p>
        </p:txBody>
      </p:sp>
      <p:cxnSp>
        <p:nvCxnSpPr>
          <p:cNvPr id="195" name=""/>
          <p:cNvCxnSpPr/>
          <p:nvPr/>
        </p:nvCxnSpPr>
        <p:spPr>
          <a:xfrm>
            <a:off x="2544698" y="5255895"/>
            <a:ext cx="5759999" cy="0"/>
          </a:xfrm>
          <a:prstGeom prst="line">
            <a:avLst/>
          </a:prstGeom>
          <a:ln w="12700">
            <a:solidFill>
              <a:schemeClr val="tx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6" name=""/>
          <p:cNvSpPr txBox="1"/>
          <p:nvPr/>
        </p:nvSpPr>
        <p:spPr>
          <a:xfrm>
            <a:off x="179831" y="152208"/>
            <a:ext cx="5093209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클래스 공지/건의/질문/자유게시글 상세조회 화면</a:t>
            </a:r>
            <a:endParaRPr lang="ko-KR" altLang="en-US"/>
          </a:p>
        </p:txBody>
      </p:sp>
      <p:sp>
        <p:nvSpPr>
          <p:cNvPr id="197" name=""/>
          <p:cNvSpPr/>
          <p:nvPr/>
        </p:nvSpPr>
        <p:spPr>
          <a:xfrm>
            <a:off x="6156198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3</a:t>
            </a:r>
            <a:endParaRPr lang="ko-KR" altLang="en-US" b="1"/>
          </a:p>
        </p:txBody>
      </p:sp>
      <p:sp>
        <p:nvSpPr>
          <p:cNvPr id="198" name=""/>
          <p:cNvSpPr/>
          <p:nvPr/>
        </p:nvSpPr>
        <p:spPr>
          <a:xfrm>
            <a:off x="6660261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4</a:t>
            </a:r>
            <a:endParaRPr lang="ko-KR" altLang="en-US" b="1"/>
          </a:p>
        </p:txBody>
      </p:sp>
      <p:sp>
        <p:nvSpPr>
          <p:cNvPr id="199" name=""/>
          <p:cNvSpPr/>
          <p:nvPr/>
        </p:nvSpPr>
        <p:spPr>
          <a:xfrm>
            <a:off x="7164324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5</a:t>
            </a:r>
            <a:endParaRPr lang="ko-KR" altLang="en-US" b="1"/>
          </a:p>
        </p:txBody>
      </p:sp>
      <p:sp>
        <p:nvSpPr>
          <p:cNvPr id="200" name=""/>
          <p:cNvSpPr/>
          <p:nvPr/>
        </p:nvSpPr>
        <p:spPr>
          <a:xfrm>
            <a:off x="7812405" y="4918519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6</a:t>
            </a:r>
            <a:endParaRPr lang="ko-KR" altLang="en-US" b="1"/>
          </a:p>
        </p:txBody>
      </p:sp>
      <p:sp>
        <p:nvSpPr>
          <p:cNvPr id="201" name=""/>
          <p:cNvSpPr/>
          <p:nvPr/>
        </p:nvSpPr>
        <p:spPr>
          <a:xfrm>
            <a:off x="3025902" y="4219385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1</a:t>
            </a:r>
            <a:endParaRPr lang="ko-KR" altLang="en-US" b="1"/>
          </a:p>
        </p:txBody>
      </p:sp>
      <p:sp>
        <p:nvSpPr>
          <p:cNvPr id="202" name=""/>
          <p:cNvSpPr/>
          <p:nvPr/>
        </p:nvSpPr>
        <p:spPr>
          <a:xfrm>
            <a:off x="7916163" y="4052696"/>
            <a:ext cx="360045" cy="432054"/>
          </a:xfrm>
          <a:prstGeom prst="rect">
            <a:avLst/>
          </a:prstGeom>
          <a:solidFill>
            <a:schemeClr val="bg1">
              <a:lumMod val="30000"/>
            </a:schemeClr>
          </a:solidFill>
          <a:ln w="28575">
            <a:solidFill>
              <a:srgbClr val="baff1a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b="1"/>
              <a:t>2</a:t>
            </a:r>
            <a:endParaRPr lang="ko-KR" altLang="en-US" b="1"/>
          </a:p>
        </p:txBody>
      </p:sp>
      <p:pic>
        <p:nvPicPr>
          <p:cNvPr id="203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28448" y="3187827"/>
            <a:ext cx="201962" cy="145720"/>
          </a:xfrm>
          <a:prstGeom prst="rect">
            <a:avLst/>
          </a:prstGeom>
        </p:spPr>
      </p:pic>
      <p:sp>
        <p:nvSpPr>
          <p:cNvPr id="204" name=""/>
          <p:cNvSpPr txBox="1"/>
          <p:nvPr/>
        </p:nvSpPr>
        <p:spPr>
          <a:xfrm>
            <a:off x="1073246" y="3152252"/>
            <a:ext cx="1050448" cy="214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채팅방 입장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1412114" y="1121283"/>
            <a:ext cx="7048372" cy="291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  과제게시판     자료공유     질문게시판     자유게시판     점심게시판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1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과제 게시판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자료공유 게시판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"/>
          <p:cNvSpPr/>
          <p:nvPr/>
        </p:nvSpPr>
        <p:spPr>
          <a:xfrm>
            <a:off x="575500" y="584644"/>
            <a:ext cx="7992999" cy="6084760"/>
          </a:xfrm>
          <a:prstGeom prst="rect">
            <a:avLst/>
          </a:prstGeom>
          <a:noFill/>
          <a:ln w="9525">
            <a:solidFill>
              <a:schemeClr val="bg1">
                <a:lumMod val="7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6" name=""/>
          <p:cNvSpPr/>
          <p:nvPr/>
        </p:nvSpPr>
        <p:spPr>
          <a:xfrm>
            <a:off x="611505" y="1124712"/>
            <a:ext cx="7920990" cy="288036"/>
          </a:xfrm>
          <a:prstGeom prst="rect">
            <a:avLst/>
          </a:prstGeom>
          <a:solidFill>
            <a:schemeClr val="tx2">
              <a:lumMod val="80000"/>
              <a:lumOff val="2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7" name=""/>
          <p:cNvSpPr/>
          <p:nvPr/>
        </p:nvSpPr>
        <p:spPr>
          <a:xfrm>
            <a:off x="611505" y="1451991"/>
            <a:ext cx="7920990" cy="36000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8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11505" y="619887"/>
            <a:ext cx="2088261" cy="481207"/>
          </a:xfrm>
          <a:prstGeom prst="rect">
            <a:avLst/>
          </a:prstGeom>
        </p:spPr>
      </p:pic>
      <p:pic>
        <p:nvPicPr>
          <p:cNvPr id="9" name="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21839" y="2215515"/>
            <a:ext cx="5760720" cy="3987459"/>
          </a:xfrm>
          <a:prstGeom prst="rect">
            <a:avLst/>
          </a:prstGeom>
        </p:spPr>
      </p:pic>
      <p:sp>
        <p:nvSpPr>
          <p:cNvPr id="10" name=""/>
          <p:cNvSpPr/>
          <p:nvPr/>
        </p:nvSpPr>
        <p:spPr>
          <a:xfrm>
            <a:off x="755523" y="1662684"/>
            <a:ext cx="1512000" cy="1944000"/>
          </a:xfrm>
          <a:prstGeom prst="roundRect">
            <a:avLst>
              <a:gd name="adj" fmla="val 16667"/>
            </a:avLst>
          </a:prstGeom>
          <a:noFill/>
          <a:ln>
            <a:solidFill>
              <a:schemeClr val="tx2">
                <a:lumMod val="80000"/>
                <a:lumOff val="2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sp>
        <p:nvSpPr>
          <p:cNvPr id="11" name=""/>
          <p:cNvSpPr txBox="1"/>
          <p:nvPr/>
        </p:nvSpPr>
        <p:spPr>
          <a:xfrm>
            <a:off x="2521839" y="1700784"/>
            <a:ext cx="1833562" cy="4213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2200" b="1">
                <a:solidFill>
                  <a:schemeClr val="bg1">
                    <a:lumMod val="10000"/>
                  </a:schemeClr>
                </a:solidFill>
              </a:rPr>
              <a:t>점심 게시판</a:t>
            </a:r>
            <a:endParaRPr lang="ko-KR" altLang="en-US" sz="2200" b="1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2" name=""/>
          <p:cNvSpPr/>
          <p:nvPr/>
        </p:nvSpPr>
        <p:spPr>
          <a:xfrm>
            <a:off x="894207" y="2017395"/>
            <a:ext cx="1224153" cy="633317"/>
          </a:xfrm>
          <a:prstGeom prst="rect">
            <a:avLst/>
          </a:prstGeom>
          <a:solidFill>
            <a:schemeClr val="bg1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endParaRPr lang="ko-KR" altLang="en-US"/>
          </a:p>
        </p:txBody>
      </p:sp>
      <p:pic>
        <p:nvPicPr>
          <p:cNvPr id="13" name="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198785" y="3383467"/>
            <a:ext cx="177102" cy="163266"/>
          </a:xfrm>
          <a:prstGeom prst="rect">
            <a:avLst/>
          </a:prstGeom>
        </p:spPr>
      </p:pic>
      <p:sp>
        <p:nvSpPr>
          <p:cNvPr id="14" name=""/>
          <p:cNvSpPr txBox="1"/>
          <p:nvPr/>
        </p:nvSpPr>
        <p:spPr>
          <a:xfrm>
            <a:off x="1038225" y="1798891"/>
            <a:ext cx="1080135" cy="2185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900">
                <a:solidFill>
                  <a:schemeClr val="bg1">
                    <a:lumMod val="10000"/>
                  </a:schemeClr>
                </a:solidFill>
              </a:rPr>
              <a:t>강건  /  403호</a:t>
            </a:r>
            <a:endParaRPr lang="ko-KR" altLang="en-US" sz="9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15" name="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913257" y="1826955"/>
            <a:ext cx="177102" cy="171389"/>
          </a:xfrm>
          <a:prstGeom prst="rect">
            <a:avLst/>
          </a:prstGeom>
        </p:spPr>
      </p:pic>
      <p:sp>
        <p:nvSpPr>
          <p:cNvPr id="16" name=""/>
          <p:cNvSpPr txBox="1"/>
          <p:nvPr/>
        </p:nvSpPr>
        <p:spPr>
          <a:xfrm>
            <a:off x="894207" y="2108977"/>
            <a:ext cx="1214628" cy="4513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/>
              <a:t>전자정부 표준 프레임워크 기반 풀-스택 </a:t>
            </a:r>
            <a:endParaRPr lang="ko-KR" altLang="en-US" sz="800"/>
          </a:p>
          <a:p>
            <a:pPr>
              <a:defRPr lang="ko-KR" altLang="en-US"/>
            </a:pPr>
            <a:r>
              <a:rPr lang="ko-KR" altLang="en-US" sz="800"/>
              <a:t>개발자 양성과정(13기)</a:t>
            </a:r>
            <a:endParaRPr lang="ko-KR" altLang="en-US" sz="800"/>
          </a:p>
        </p:txBody>
      </p:sp>
      <p:sp>
        <p:nvSpPr>
          <p:cNvPr id="17" name=""/>
          <p:cNvSpPr/>
          <p:nvPr/>
        </p:nvSpPr>
        <p:spPr>
          <a:xfrm>
            <a:off x="894207" y="2699385"/>
            <a:ext cx="1224153" cy="254127"/>
          </a:xfrm>
          <a:prstGeom prst="rect">
            <a:avLst/>
          </a:prstGeom>
          <a:solidFill>
            <a:schemeClr val="bg1">
              <a:lumMod val="30000"/>
            </a:schemeClr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 lang="ko-KR" altLang="en-US"/>
            </a:pPr>
            <a:r>
              <a:rPr lang="ko-KR" altLang="en-US" sz="1200" b="1">
                <a:latin typeface="맑은 고딕"/>
                <a:ea typeface="맑은 고딕"/>
                <a:cs typeface="맑은 고딕"/>
              </a:rPr>
              <a:t>클래스 나가기</a:t>
            </a:r>
            <a:endParaRPr lang="ko-KR" altLang="en-US" sz="1200" b="1"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296861" y="3365373"/>
            <a:ext cx="687006" cy="2141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로그아웃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1412114" y="1121283"/>
            <a:ext cx="7048372" cy="2914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1300" b="1">
                <a:solidFill>
                  <a:schemeClr val="bg1"/>
                </a:solidFill>
                <a:latin typeface="맑은 고딕"/>
                <a:ea typeface="맑은 고딕"/>
                <a:cs typeface="맑은 고딕"/>
              </a:rPr>
              <a:t>공지사항     과제게시판     자료공유     질문게시판     자유게시판     점심게시판</a:t>
            </a:r>
            <a:endParaRPr lang="ko-KR" altLang="en-US" sz="1300" b="1">
              <a:solidFill>
                <a:schemeClr val="bg1"/>
              </a:solidFill>
              <a:latin typeface="맑은 고딕"/>
              <a:ea typeface="맑은 고딕"/>
              <a:cs typeface="맑은 고딕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2579933" y="2510218"/>
            <a:ext cx="5341057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59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1" name=""/>
          <p:cNvSpPr txBox="1"/>
          <p:nvPr/>
        </p:nvSpPr>
        <p:spPr>
          <a:xfrm>
            <a:off x="2579933" y="2753106"/>
            <a:ext cx="5331532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58           [모집중]10/14  대전도시락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2" name=""/>
          <p:cNvSpPr txBox="1"/>
          <p:nvPr/>
        </p:nvSpPr>
        <p:spPr>
          <a:xfrm>
            <a:off x="2579936" y="3005518"/>
            <a:ext cx="5350578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57           [모집중]중국집 드실분~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3" name=""/>
          <p:cNvSpPr txBox="1"/>
          <p:nvPr/>
        </p:nvSpPr>
        <p:spPr>
          <a:xfrm>
            <a:off x="2579932" y="3248406"/>
            <a:ext cx="5341058" cy="222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56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4" name=""/>
          <p:cNvSpPr txBox="1"/>
          <p:nvPr/>
        </p:nvSpPr>
        <p:spPr>
          <a:xfrm>
            <a:off x="2579938" y="3500342"/>
            <a:ext cx="5341052" cy="22431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55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5" name=""/>
          <p:cNvSpPr txBox="1"/>
          <p:nvPr/>
        </p:nvSpPr>
        <p:spPr>
          <a:xfrm>
            <a:off x="2579930" y="3743230"/>
            <a:ext cx="5322010" cy="2225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54           [마감]10/13  대전도시락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6" name=""/>
          <p:cNvSpPr txBox="1"/>
          <p:nvPr/>
        </p:nvSpPr>
        <p:spPr>
          <a:xfrm>
            <a:off x="2579938" y="3985407"/>
            <a:ext cx="5341052" cy="223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53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7" name=""/>
          <p:cNvSpPr txBox="1"/>
          <p:nvPr/>
        </p:nvSpPr>
        <p:spPr>
          <a:xfrm>
            <a:off x="2579934" y="4228295"/>
            <a:ext cx="5341056" cy="2233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52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8" name=""/>
          <p:cNvSpPr txBox="1"/>
          <p:nvPr/>
        </p:nvSpPr>
        <p:spPr>
          <a:xfrm>
            <a:off x="2579935" y="4477131"/>
            <a:ext cx="5322005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51           [마감]10/12  대전도시락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29" name=""/>
          <p:cNvSpPr txBox="1"/>
          <p:nvPr/>
        </p:nvSpPr>
        <p:spPr>
          <a:xfrm>
            <a:off x="2579936" y="4720019"/>
            <a:ext cx="5341054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50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30" name=""/>
          <p:cNvSpPr txBox="1"/>
          <p:nvPr/>
        </p:nvSpPr>
        <p:spPr>
          <a:xfrm>
            <a:off x="2579936" y="4953381"/>
            <a:ext cx="5341054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49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31" name=""/>
          <p:cNvSpPr txBox="1"/>
          <p:nvPr/>
        </p:nvSpPr>
        <p:spPr>
          <a:xfrm>
            <a:off x="2579936" y="5196269"/>
            <a:ext cx="5341054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48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32" name=""/>
          <p:cNvSpPr txBox="1"/>
          <p:nvPr/>
        </p:nvSpPr>
        <p:spPr>
          <a:xfrm>
            <a:off x="2579936" y="5429631"/>
            <a:ext cx="5341054" cy="2238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47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33" name=""/>
          <p:cNvSpPr txBox="1"/>
          <p:nvPr/>
        </p:nvSpPr>
        <p:spPr>
          <a:xfrm>
            <a:off x="2579938" y="5672519"/>
            <a:ext cx="5341052" cy="2238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46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sp>
        <p:nvSpPr>
          <p:cNvPr id="34" name=""/>
          <p:cNvSpPr txBox="1"/>
          <p:nvPr/>
        </p:nvSpPr>
        <p:spPr>
          <a:xfrm>
            <a:off x="2579938" y="5936837"/>
            <a:ext cx="5341052" cy="22393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 sz="900"/>
              <a:t>45           [마감]토마토 드실분~                                                  김**        2021-10-13    20           5</a:t>
            </a:r>
            <a:endParaRPr lang="ko-KR" altLang="en-US" sz="900"/>
          </a:p>
        </p:txBody>
      </p:sp>
      <p:grpSp>
        <p:nvGrpSpPr>
          <p:cNvPr id="35" name=""/>
          <p:cNvGrpSpPr/>
          <p:nvPr/>
        </p:nvGrpSpPr>
        <p:grpSpPr>
          <a:xfrm rot="0">
            <a:off x="4572000" y="6320028"/>
            <a:ext cx="1872099" cy="144018"/>
            <a:chOff x="3779901" y="6165342"/>
            <a:chExt cx="1872099" cy="144018"/>
          </a:xfrm>
        </p:grpSpPr>
        <p:sp>
          <p:nvSpPr>
            <p:cNvPr id="36" name=""/>
            <p:cNvSpPr/>
            <p:nvPr/>
          </p:nvSpPr>
          <p:spPr>
            <a:xfrm>
              <a:off x="3779901" y="6165342"/>
              <a:ext cx="144018" cy="144018"/>
            </a:xfrm>
            <a:prstGeom prst="rect">
              <a:avLst/>
            </a:prstGeom>
            <a:solidFill>
              <a:schemeClr val="bg1">
                <a:lumMod val="30000"/>
              </a:schemeClr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/>
                <a:t>1</a:t>
              </a:r>
              <a:endParaRPr lang="ko-KR" altLang="en-US" sz="700"/>
            </a:p>
          </p:txBody>
        </p:sp>
        <p:sp>
          <p:nvSpPr>
            <p:cNvPr id="37" name=""/>
            <p:cNvSpPr/>
            <p:nvPr/>
          </p:nvSpPr>
          <p:spPr>
            <a:xfrm>
              <a:off x="3971912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2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38" name=""/>
            <p:cNvSpPr/>
            <p:nvPr/>
          </p:nvSpPr>
          <p:spPr>
            <a:xfrm>
              <a:off x="4163923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3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39" name=""/>
            <p:cNvSpPr/>
            <p:nvPr/>
          </p:nvSpPr>
          <p:spPr>
            <a:xfrm>
              <a:off x="4355934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4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0" name=""/>
            <p:cNvSpPr/>
            <p:nvPr/>
          </p:nvSpPr>
          <p:spPr>
            <a:xfrm>
              <a:off x="4547945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5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1" name=""/>
            <p:cNvSpPr/>
            <p:nvPr/>
          </p:nvSpPr>
          <p:spPr>
            <a:xfrm>
              <a:off x="4739956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6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2" name=""/>
            <p:cNvSpPr/>
            <p:nvPr/>
          </p:nvSpPr>
          <p:spPr>
            <a:xfrm>
              <a:off x="4931967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7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3" name=""/>
            <p:cNvSpPr/>
            <p:nvPr/>
          </p:nvSpPr>
          <p:spPr>
            <a:xfrm>
              <a:off x="5123978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8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4" name=""/>
            <p:cNvSpPr/>
            <p:nvPr/>
          </p:nvSpPr>
          <p:spPr>
            <a:xfrm>
              <a:off x="5315989" y="6165342"/>
              <a:ext cx="144018" cy="144018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9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  <p:sp>
          <p:nvSpPr>
            <p:cNvPr id="45" name=""/>
            <p:cNvSpPr/>
            <p:nvPr/>
          </p:nvSpPr>
          <p:spPr>
            <a:xfrm>
              <a:off x="5508000" y="6165342"/>
              <a:ext cx="144000" cy="14400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rgbClr val="0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0" tIns="0" rIns="0" bIns="0" anchor="b">
              <a:noAutofit/>
            </a:bodyPr>
            <a:lstStyle/>
            <a:p>
              <a:pPr algn="ctr">
                <a:defRPr lang="ko-KR" altLang="en-US"/>
              </a:pPr>
              <a:r>
                <a:rPr lang="ko-KR" altLang="en-US" sz="700">
                  <a:solidFill>
                    <a:srgbClr val="000000"/>
                  </a:solidFill>
                </a:rPr>
                <a:t>10</a:t>
              </a:r>
              <a:endParaRPr lang="ko-KR" altLang="en-US" sz="700">
                <a:solidFill>
                  <a:srgbClr val="000000"/>
                </a:solidFill>
              </a:endParaRPr>
            </a:p>
          </p:txBody>
        </p:sp>
      </p:grpSp>
      <p:pic>
        <p:nvPicPr>
          <p:cNvPr id="46" name=""/>
          <p:cNvPicPr>
            <a:picLocks noChangeAspect="1"/>
          </p:cNvPicPr>
          <p:nvPr/>
        </p:nvPicPr>
        <p:blipFill rotWithShape="1">
          <a:blip r:embed="rId6"/>
          <a:srcRect l="19570"/>
          <a:stretch>
            <a:fillRect/>
          </a:stretch>
        </p:blipFill>
        <p:spPr>
          <a:xfrm>
            <a:off x="6489763" y="6239637"/>
            <a:ext cx="360045" cy="285750"/>
          </a:xfrm>
          <a:prstGeom prst="rect">
            <a:avLst/>
          </a:prstGeom>
        </p:spPr>
      </p:pic>
      <p:pic>
        <p:nvPicPr>
          <p:cNvPr id="47" name=""/>
          <p:cNvPicPr>
            <a:picLocks noChangeAspect="1"/>
          </p:cNvPicPr>
          <p:nvPr/>
        </p:nvPicPr>
        <p:blipFill rotWithShape="1">
          <a:blip r:embed="rId7"/>
          <a:srcRect l="73490" t="38880" b="24580"/>
          <a:stretch>
            <a:fillRect/>
          </a:stretch>
        </p:blipFill>
        <p:spPr>
          <a:xfrm>
            <a:off x="4355401" y="6248019"/>
            <a:ext cx="207073" cy="205359"/>
          </a:xfrm>
          <a:prstGeom prst="rect">
            <a:avLst/>
          </a:prstGeom>
        </p:spPr>
      </p:pic>
      <p:pic>
        <p:nvPicPr>
          <p:cNvPr id="48" name="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674813" y="2996483"/>
            <a:ext cx="160020" cy="157000"/>
          </a:xfrm>
          <a:prstGeom prst="rect">
            <a:avLst/>
          </a:prstGeom>
        </p:spPr>
      </p:pic>
      <p:pic>
        <p:nvPicPr>
          <p:cNvPr id="49" name="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977012" y="3004675"/>
            <a:ext cx="109537" cy="142875"/>
          </a:xfrm>
          <a:prstGeom prst="rect">
            <a:avLst/>
          </a:prstGeom>
        </p:spPr>
      </p:pic>
      <p:sp>
        <p:nvSpPr>
          <p:cNvPr id="50" name=""/>
          <p:cNvSpPr txBox="1"/>
          <p:nvPr/>
        </p:nvSpPr>
        <p:spPr>
          <a:xfrm>
            <a:off x="1030955" y="2972562"/>
            <a:ext cx="687006" cy="211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마이페이지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1780731" y="2972562"/>
            <a:ext cx="453072" cy="2152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쪽지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  <p:pic>
        <p:nvPicPr>
          <p:cNvPr id="52" name="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744778" y="1991106"/>
            <a:ext cx="447675" cy="247650"/>
          </a:xfrm>
          <a:prstGeom prst="rect">
            <a:avLst/>
          </a:prstGeom>
        </p:spPr>
      </p:pic>
      <p:sp>
        <p:nvSpPr>
          <p:cNvPr id="53" name=""/>
          <p:cNvSpPr txBox="1"/>
          <p:nvPr/>
        </p:nvSpPr>
        <p:spPr>
          <a:xfrm>
            <a:off x="179831" y="152208"/>
            <a:ext cx="2397634" cy="3608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 lang="ko-KR" altLang="en-US"/>
            </a:pPr>
            <a:r>
              <a:rPr lang="ko-KR" altLang="en-US"/>
              <a:t>점심 게시판 목록 화면</a:t>
            </a:r>
            <a:endParaRPr lang="ko-KR" altLang="en-US"/>
          </a:p>
        </p:txBody>
      </p:sp>
      <p:pic>
        <p:nvPicPr>
          <p:cNvPr id="54" name="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928448" y="3187827"/>
            <a:ext cx="201962" cy="145720"/>
          </a:xfrm>
          <a:prstGeom prst="rect">
            <a:avLst/>
          </a:prstGeom>
        </p:spPr>
      </p:pic>
      <p:sp>
        <p:nvSpPr>
          <p:cNvPr id="55" name=""/>
          <p:cNvSpPr txBox="1"/>
          <p:nvPr/>
        </p:nvSpPr>
        <p:spPr>
          <a:xfrm>
            <a:off x="1073246" y="3152252"/>
            <a:ext cx="1050448" cy="2142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lang="ko-KR" altLang="en-US"/>
            </a:pPr>
            <a:r>
              <a:rPr lang="ko-KR" altLang="en-US" sz="800">
                <a:solidFill>
                  <a:schemeClr val="bg1">
                    <a:lumMod val="10000"/>
                  </a:schemeClr>
                </a:solidFill>
              </a:rPr>
              <a:t>채팅방 입장</a:t>
            </a:r>
            <a:endParaRPr lang="ko-KR" altLang="en-US" sz="800">
              <a:solidFill>
                <a:schemeClr val="bg1">
                  <a:lumMod val="10000"/>
                </a:schemeClr>
              </a:solidFill>
            </a:endParaRPr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반 시간표 페이지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/>
            </a:r>
            <a:endParaRPr lang="ko-KR" altLang="en-US"/>
          </a:p>
        </p:txBody>
      </p:sp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회원 조회</a:t>
            </a:r>
            <a:endParaRPr lang="ko-KR" altLang="en-US"/>
          </a:p>
        </p:txBody>
      </p:sp>
      <p:pic>
        <p:nvPicPr>
          <p:cNvPr id="6" name="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338262" y="1562100"/>
            <a:ext cx="6467474" cy="37338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회원 검색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62075" y="2024856"/>
            <a:ext cx="6419850" cy="367665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회원 상세조회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71600" y="2548731"/>
            <a:ext cx="6400800" cy="26289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회원 정보 수정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62075" y="2282031"/>
            <a:ext cx="6419850" cy="316230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반 관리 조회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66837" y="2001044"/>
            <a:ext cx="6410325" cy="372427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반 관리 상세 조회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2281237" y="2005806"/>
            <a:ext cx="4581525" cy="371475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신고게시판 관리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66837" y="2020094"/>
            <a:ext cx="6410325" cy="3686175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>
              <a:defRPr lang="ko-KR" altLang="en-US"/>
            </a:pPr>
            <a:r>
              <a:rPr lang="ko-KR" altLang="en-US"/>
              <a:t>신고 게시판 상세조회</a:t>
            </a:r>
            <a:endParaRPr lang="ko-KR" altLang="en-US"/>
          </a:p>
        </p:txBody>
      </p:sp>
      <p:pic>
        <p:nvPicPr>
          <p:cNvPr id="3" name="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357312" y="1701006"/>
            <a:ext cx="6429374" cy="4324350"/>
          </a:xfrm>
          <a:prstGeom prst="rect">
            <a:avLst/>
          </a:prstGeom>
        </p:spPr>
      </p:pic>
    </p:spTree>
  </p:cSld>
  <p:clrMapOvr>
    <a:masterClrMapping/>
  </p:clrMapOvr>
  <p:transition xmlns:mc="http://schemas.openxmlformats.org/markup-compatibility/2006" xmlns:hp="http://schemas.haansoft.com/office/presentation/8.0" mc:Ignorable="hp" hp:hslDur="500"/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1c3d62"/>
      </a:dk2>
      <a:lt2>
        <a:srgbClr val="e3dcc1"/>
      </a:lt2>
      <a:accent1>
        <a:srgbClr val="315f97"/>
      </a:accent1>
      <a:accent2>
        <a:srgbClr val="c75252"/>
      </a:accent2>
      <a:accent3>
        <a:srgbClr val="e9ae2b"/>
      </a:accent3>
      <a:accent4>
        <a:srgbClr val="699b37"/>
      </a:accent4>
      <a:accent5>
        <a:srgbClr val="358791"/>
      </a:accent5>
      <a:accent6>
        <a:srgbClr val="ca56a7"/>
      </a:accent6>
      <a:hlink>
        <a:srgbClr val="0000ff"/>
      </a:hlink>
      <a:folHlink>
        <a:srgbClr val="800080"/>
      </a:folHlink>
    </a:clrScheme>
    <a:fontScheme name="한컴오피스">
      <a:majorFont>
        <a:latin typeface="함초롬돋움"/>
        <a:ea typeface="함초롬돋움"/>
        <a:cs typeface="Times New Roman"/>
      </a:majorFont>
      <a:minorFont>
        <a:latin typeface="함초롬돋움"/>
        <a:ea typeface="함초롬돋움"/>
        <a:cs typeface="Times New Roman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1159</ep:Words>
  <ep:PresentationFormat>화면 슬라이드 쇼(4:3)</ep:PresentationFormat>
  <ep:Paragraphs>336</ep:Paragraphs>
  <ep:Slides>30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30</vt:i4>
      </vt:variant>
    </vt:vector>
  </ep:HeadingPairs>
  <ep:TitlesOfParts>
    <vt:vector size="31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기관 일정</vt:lpstr>
      <vt:lpstr>슬라이드 13</vt:lpstr>
      <vt:lpstr>슬라이드 14</vt:lpstr>
      <vt:lpstr>슬라이드 15</vt:lpstr>
      <vt:lpstr>점심 게시판</vt:lpstr>
      <vt:lpstr>슬라이드 17</vt:lpstr>
      <vt:lpstr>슬라이드 18</vt:lpstr>
      <vt:lpstr>슬라이드 19</vt:lpstr>
      <vt:lpstr>슬라이드 20</vt:lpstr>
      <vt:lpstr>반 시간표 페이지</vt:lpstr>
      <vt:lpstr>슬라이드 22</vt:lpstr>
      <vt:lpstr>회원 조회</vt:lpstr>
      <vt:lpstr>회원 검색</vt:lpstr>
      <vt:lpstr>회원 상세조회</vt:lpstr>
      <vt:lpstr>회원 정보 수정</vt:lpstr>
      <vt:lpstr>반 관리 조회</vt:lpstr>
      <vt:lpstr>반 관리 상세 조회</vt:lpstr>
      <vt:lpstr>신고게시판 관리</vt:lpstr>
      <vt:lpstr>신고 게시판 상세조회</vt:lpstr>
    </vt:vector>
  </ep:TitlesOfParts>
  <ep:HyperlinkBase/>
  <ep:Application>Hancom Office Hanshow 2014</ep:Application>
  <ep:AppVersion>0901.0000.01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2021-10-13T00:32:30.060</dcterms:created>
  <dc:creator>PC-10</dc:creator>
  <cp:lastModifiedBy>PC-10</cp:lastModifiedBy>
  <dcterms:modified xsi:type="dcterms:W3CDTF">2021-10-14T03:45:38.019</dcterms:modified>
  <cp:revision>84</cp:revision>
</cp:coreProperties>
</file>