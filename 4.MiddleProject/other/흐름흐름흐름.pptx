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31" r:id="rId3"/>
    <p:sldId id="330" r:id="rId4"/>
    <p:sldId id="329" r:id="rId5"/>
    <p:sldId id="328" r:id="rId6"/>
    <p:sldId id="325" r:id="rId7"/>
    <p:sldId id="326" r:id="rId8"/>
    <p:sldId id="327" r:id="rId9"/>
    <p:sldId id="324" r:id="rId10"/>
    <p:sldId id="323" r:id="rId11"/>
    <p:sldId id="322" r:id="rId12"/>
    <p:sldId id="320" r:id="rId13"/>
    <p:sldId id="321" r:id="rId14"/>
    <p:sldId id="264" r:id="rId15"/>
    <p:sldId id="315" r:id="rId16"/>
    <p:sldId id="316" r:id="rId17"/>
    <p:sldId id="317" r:id="rId18"/>
    <p:sldId id="318" r:id="rId19"/>
    <p:sldId id="319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1E9BF-D00D-4B94-AEBF-6F55D0021C42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550DB-3038-4BA9-8693-F74BA3D8FC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64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3707241248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2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3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2234560720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3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4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4060367181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4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5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3806348765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5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6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1124529262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6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7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2917889350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7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8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1300689244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8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9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991226827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9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10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3166241501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0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11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992528243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1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12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3128193115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2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13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1841015732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1200" b="0" strike="noStrike" cap="none" dirty="0" smtClean="0">
                <a:solidFill>
                  <a:schemeClr val="tx1"/>
                </a:solidFill>
                <a:latin typeface="맑은 고딕" charset="0"/>
                <a:ea typeface="맑은 고딕" charset="0"/>
              </a:rPr>
              <a:t>2021-10-14</a:t>
            </a:fld>
            <a:endParaRPr lang="ko-KR" altLang="en-US" sz="1200" b="0" strike="noStrike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온라인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500" b="0" strike="noStrike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b="0" strike="noStrike" cap="none" dirty="0">
              <a:latin typeface="맑은 고딕" charset="0"/>
              <a:ea typeface="맑은 고딕" charset="0"/>
            </a:endParaRPr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strike="noStrike" cap="none" dirty="0" smtClean="0">
                <a:solidFill>
                  <a:schemeClr val="tx1"/>
                </a:solidFill>
                <a:latin typeface="맑은 고딕" charset="0"/>
                <a:ea typeface="맑은 고딕" charset="0"/>
              </a:rPr>
              <a:t>14</a:t>
            </a:fld>
            <a:endParaRPr lang="en-US" altLang="ko-KR" sz="1200" b="0" strike="noStrike" cap="none" dirty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9445"/>
      </p:ext>
    </p:extLst>
  </p:cSld>
  <p:clrMapOvr>
    <a:masterClrMapping/>
  </p:clrMapOvr>
</p:notes>
</file>

<file path=ppt/notesSlides/notesSlide14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15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5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16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3593084302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6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17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4031706863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7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18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3315570393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18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머리글 갤체 틀 1"/>
              <p:cNvSpPr txBox="1">
                <a:spLocks noGrp="1"/>
              </p:cNvSpPr>
              <p:nvPr>
                <p:ph type="hdr"/>
              </p:nvPr>
            </p:nvSpPr>
            <p:spPr>
              <a:xfrm>
                <a:off x="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3" name="날짜 개체 틀 2"/>
              <p:cNvSpPr txBox="1">
                <a:spLocks noGrp="1"/>
              </p:cNvSpPr>
              <p:nvPr>
                <p:ph type="dt" idx="1"/>
              </p:nvPr>
            </p:nvSpPr>
            <p:spPr>
              <a:xfrm>
                <a:off x="3884930" y="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datetime1">
                  <a:rPr lang="ko-KR" altLang="en-US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2021-10-14</a:t>
                </a:fld>
                <a:endParaRPr lang="ko-KR" altLang="en-US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온라인 이미지 개체 틀 3"/>
              <p:cNvSpPr>
                <a:spLocks noGrp="1" noRot="1" noChangeAspec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5" name="텍스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343400"/>
                <a:ext cx="5487670" cy="4116070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6" name="바닥글 개체 틀 5"/>
              <p:cNvSpPr txBox="1">
                <a:spLocks noGrp="1"/>
              </p:cNvSpPr>
              <p:nvPr>
                <p:ph type="ftr" idx="4"/>
              </p:nvPr>
            </p:nvSpPr>
            <p:spPr>
              <a:xfrm>
                <a:off x="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l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/>
              </a:p>
            </p:txBody>
          </p:sp>
          <p:sp>
            <p:nvSpPr>
              <p:cNvPr id="7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3070" cy="458470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algn="r" defTabSz="77914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fld id="{B9320F77-B9A0-41C5-862A-B4B631284C64}" type="slidenum">
                  <a:rPr lang="en-US" altLang="ko-KR" sz="1200" b="0" strike="noStrike" cap="none" dirty="0" smtClean="0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19</a:t>
                </a:fld>
                <a:endParaRPr lang="en-US" altLang="ko-KR" sz="1200" b="0" strike="noStrike" cap="none" dirty="0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spTree>
        <p:extLst>
          <p:ext uri="{BB962C8B-B14F-4D97-AF65-F5344CB8AC3E}">
            <p14:creationId val="3361930346"/>
          </p:ext>
        </p:extLst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31864-BBA0-4564-8226-68995171A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BED0AD-079A-4A0D-AC31-8CC5902B9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14A23C-61AD-4FB0-9111-00E25245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22AF8-4217-42A3-AA2D-FA0FC9839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D752B2-8E15-420A-BD81-88B6D1EC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17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93844-F42D-4C02-8A77-0B6BEABE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FD5BD5-E3C8-4BCE-982F-C1FF7C609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D751A-1D5B-461F-B26B-ADD450F3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652C1-DD35-43D0-975E-0A3045F3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6B0C1-97BE-42F2-AA02-F201CBE9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026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C5F01-0907-4EE4-9717-276164AF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CD5312-6661-4D41-B6DB-18EC669B8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9BB8B1-84AB-4B9C-8D50-88A3B254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F3F5A-916B-4CF9-9730-241B4DE2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498200-EB49-4BD1-93F5-02F74F5B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0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2661A-3845-46CB-9237-F3D765EE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1123D4-5EB4-43F9-A3B7-A3D1FE265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21FBF6-4606-462D-837B-98CA0D8C1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B6C367-E8E2-4C92-98F5-B7823170D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DF267B-686F-4F31-A7EE-327A3E9D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4FD7DD-DDA5-4072-A7C4-7D0ED8E6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41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9CD4B-61A0-4836-8702-B99D96D1E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4486CC-5098-4D05-A8D4-2A5C45378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33EBB3-EEC7-4A28-B50D-9955144F3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221493-6082-453B-B634-0765271FC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F6F166-DEF2-424B-AC57-B7AE263ED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2CDFC1-2216-444D-8BF3-DFAFED4C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D3977B-DBBC-4115-81BB-90637EC0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E0F58B-DF03-4927-B6C0-4C5ABDE1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822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049C1-F648-4EF2-9CD7-B8AE7DEF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0456D4-D4B4-4942-AEE4-CEDD06DD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4412A3-3583-47F5-AA82-0080D3CC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BAFF7D-C1C3-443E-B1FE-87324849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52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0E5650-5D9F-479B-A718-F3065E98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A0D7C0-AD06-4C67-9591-987FECE9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4E8E3-FCC4-427E-BAB5-7F712FF38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59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B9B42-0BD5-46F9-8CD0-7396B0D5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202621-A3FE-4877-BFC1-83741225B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76F765-6F31-4284-8D2A-896DE8844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F9C9EA-FED7-4A82-A2D6-B2A340F1B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7ECE4C-DA4A-4BC8-A128-91598F95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F16E7-2FBC-4A76-8F34-FD1FDFF5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406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2594E-FDA4-4C83-8740-6C2740B9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0CA3C8-774F-4B75-AE58-86BD22856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87B0DE-DDDE-44EE-935D-252FDC450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2710DC-B549-40FB-852C-5DCEFB548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D8FA9D-CD6A-4FCB-933F-826875A3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6C515E-1756-4846-B450-7734594F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14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71964-D2CF-4F4F-9C2D-3BBE0BA1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E9CD1C-2E5B-4CFF-B28F-A9A2CD16F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DCC809-78AD-43F0-8A5A-153AED64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0F50F8-BA60-45DA-8319-5981B7D7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20EAEF-16DD-430D-A208-95B390CB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79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AD29D9-4C13-49F8-90CD-26FEBE0D8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1E23BD-81F4-4EB1-93B8-6D5471E8F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42E77C-C995-42AC-81AE-2D0B68FA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17282C-2A57-4CD7-B484-1C8DA4D3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48FEEF-5BF6-4E5B-9BC9-A6D04D7B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568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>
            <a:spLocks/>
          </p:cNvSpPr>
          <p:nvPr userDrawn="1"/>
        </p:nvSpPr>
        <p:spPr>
          <a:xfrm>
            <a:off x="1" y="-22013"/>
            <a:ext cx="12192847" cy="347133"/>
          </a:xfrm>
          <a:prstGeom prst="rect">
            <a:avLst/>
          </a:prstGeom>
          <a:solidFill>
            <a:srgbClr val="4DACF3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04140" tIns="51647" rIns="104140" bIns="51647" numCol="1" anchor="ctr">
            <a:noAutofit/>
          </a:bodyPr>
          <a:lstStyle/>
          <a:p>
            <a:pPr marL="0" indent="0" algn="ctr" defTabSz="1038834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000" b="0" strike="noStrike" cap="none" dirty="0">
              <a:latin typeface="맑은 고딕" charset="0"/>
              <a:ea typeface="맑은 고딕" charset="0"/>
            </a:endParaRPr>
          </a:p>
        </p:txBody>
      </p:sp>
      <p:sp>
        <p:nvSpPr>
          <p:cNvPr id="2049" name="제목 2048"/>
          <p:cNvSpPr txBox="1">
            <a:spLocks noGrp="1"/>
          </p:cNvSpPr>
          <p:nvPr>
            <p:ph type="title"/>
          </p:nvPr>
        </p:nvSpPr>
        <p:spPr>
          <a:xfrm>
            <a:off x="458894" y="-4233"/>
            <a:ext cx="3821007" cy="351367"/>
          </a:xfrm>
          <a:prstGeom prst="rect">
            <a:avLst/>
          </a:prstGeom>
        </p:spPr>
        <p:txBody>
          <a:bodyPr vert="horz" wrap="square" lIns="78105" tIns="38735" rIns="78105" bIns="38735" numCol="1" anchor="ctr">
            <a:normAutofit/>
          </a:bodyPr>
          <a:lstStyle>
            <a:lvl1pPr marL="0" indent="0" algn="l" defTabSz="103883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lvl1pPr>
          </a:lstStyle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1" strike="noStrike" cap="none" dirty="0">
                <a:solidFill>
                  <a:schemeClr val="bg1"/>
                </a:solidFill>
                <a:latin typeface="Arial" charset="0"/>
                <a:ea typeface="Arial" charset="0"/>
              </a:rPr>
              <a:t>마스터 제목 스타일 편집</a:t>
            </a:r>
            <a:endParaRPr lang="ko-KR" altLang="en-US" sz="1600" b="1" strike="noStrike" cap="none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타원 4"/>
          <p:cNvSpPr>
            <a:spLocks/>
          </p:cNvSpPr>
          <p:nvPr userDrawn="1"/>
        </p:nvSpPr>
        <p:spPr>
          <a:xfrm>
            <a:off x="297181" y="86361"/>
            <a:ext cx="144780" cy="144780"/>
          </a:xfrm>
          <a:prstGeom prst="ellipse">
            <a:avLst/>
          </a:prstGeom>
          <a:solidFill>
            <a:schemeClr val="bg1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numCol="1" anchor="ctr">
            <a:noAutofit/>
          </a:bodyPr>
          <a:lstStyle/>
          <a:p>
            <a:pPr marL="0" indent="0" algn="ctr" defTabSz="1038834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000" b="0" strike="noStrike" cap="none" dirty="0">
              <a:latin typeface="맑은 고딕" charset="0"/>
              <a:ea typeface="맑은 고딕" charset="0"/>
            </a:endParaRPr>
          </a:p>
        </p:txBody>
      </p:sp>
      <p:sp>
        <p:nvSpPr>
          <p:cNvPr id="2050" name="날짜 개체 틀 2050"/>
          <p:cNvSpPr txBox="1">
            <a:spLocks noGrp="1"/>
          </p:cNvSpPr>
          <p:nvPr>
            <p:ph type="dt"/>
          </p:nvPr>
        </p:nvSpPr>
        <p:spPr>
          <a:xfrm>
            <a:off x="609600" y="6356774"/>
            <a:ext cx="2846493" cy="366607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defTabSz="1219170" eaLnBrk="0" latinLnBrk="0"/>
            <a:fld id="{B9320F77-B9A0-41C5-862A-B4B631284C64}" type="datetime1">
              <a:rPr lang="en-US" altLang="ko-KR" sz="1333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pPr defTabSz="1219170" eaLnBrk="0" latinLnBrk="0"/>
              <a:t>10/14/2021</a:t>
            </a:fld>
            <a:endParaRPr lang="ko-KR" altLang="en-US" sz="1333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1" name="바닥글 개체 틀 2051"/>
          <p:cNvSpPr txBox="1">
            <a:spLocks noGrp="1"/>
          </p:cNvSpPr>
          <p:nvPr>
            <p:ph type="ftr"/>
          </p:nvPr>
        </p:nvSpPr>
        <p:spPr>
          <a:xfrm>
            <a:off x="4165600" y="6356774"/>
            <a:ext cx="3862493" cy="366607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defTabSz="1219170" eaLnBrk="0" latinLnBrk="0"/>
            <a:r>
              <a:rPr lang="en-US" altLang="ko-KR" sz="1333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바닥글</a:t>
            </a:r>
            <a:endParaRPr lang="ko-KR" altLang="en-US" sz="1333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2" name="슬라이드 번호 개체 틀 2052"/>
          <p:cNvSpPr txBox="1">
            <a:spLocks noGrp="1"/>
          </p:cNvSpPr>
          <p:nvPr>
            <p:ph type="sldNum" idx="12"/>
          </p:nvPr>
        </p:nvSpPr>
        <p:spPr>
          <a:xfrm>
            <a:off x="8737600" y="6356774"/>
            <a:ext cx="2846493" cy="366607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defTabSz="1219170" eaLnBrk="0" latinLnBrk="0"/>
            <a:fld id="{B9320F77-B9A0-41C5-862A-B4B631284C64}" type="slidenum">
              <a:rPr lang="en-US" altLang="ko-KR" sz="1333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pPr defTabSz="1219170" eaLnBrk="0" latinLnBrk="0"/>
              <a:t>‹#›</a:t>
            </a:fld>
            <a:endParaRPr lang="ko-KR" altLang="en-US" sz="1333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5" name="Subtitle 2055"/>
          <p:cNvSpPr txBox="1">
            <a:spLocks noGrp="1"/>
          </p:cNvSpPr>
          <p:nvPr>
            <p:ph type="subTitle" hasCustomPrompt="1"/>
          </p:nvPr>
        </p:nvSpPr>
        <p:spPr>
          <a:xfrm>
            <a:off x="639233" y="1060874"/>
            <a:ext cx="11155680" cy="664633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>
            <a:lvl1pPr marL="0" indent="0" algn="l" defTabSz="1219170" fontAlgn="auto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FontTx/>
              <a:buNone/>
              <a:defRPr/>
            </a:lvl1pPr>
          </a:lstStyle>
          <a:p>
            <a:pPr marL="0" indent="0" algn="l" defTabSz="91440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200" b="0" strike="noStrike" cap="none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</a:rPr>
              <a:t>마스터 텍스트 스타일을 편집합니다.</a:t>
            </a:r>
            <a:endParaRPr lang="ko-KR" altLang="en-US" sz="1200" b="0" strike="noStrike" cap="none" dirty="0">
              <a:solidFill>
                <a:schemeClr val="bg1">
                  <a:lumMod val="50000"/>
                </a:schemeClr>
              </a:solidFill>
              <a:latin typeface="Arial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017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>
            <a:spLocks/>
          </p:cNvSpPr>
          <p:nvPr userDrawn="1"/>
        </p:nvSpPr>
        <p:spPr>
          <a:xfrm>
            <a:off x="1" y="-22013"/>
            <a:ext cx="12192847" cy="347133"/>
          </a:xfrm>
          <a:prstGeom prst="rect">
            <a:avLst/>
          </a:prstGeom>
          <a:solidFill>
            <a:srgbClr val="4DACF3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04140" tIns="51647" rIns="104140" bIns="51647" numCol="1" anchor="ctr">
            <a:noAutofit/>
          </a:bodyPr>
          <a:lstStyle/>
          <a:p>
            <a:pPr marL="0" indent="0" algn="ctr" defTabSz="1038834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000" b="0" strike="noStrike" cap="none" dirty="0">
              <a:latin typeface="맑은 고딕" charset="0"/>
              <a:ea typeface="맑은 고딕" charset="0"/>
            </a:endParaRPr>
          </a:p>
        </p:txBody>
      </p:sp>
      <p:sp>
        <p:nvSpPr>
          <p:cNvPr id="2049" name="제목 2048"/>
          <p:cNvSpPr txBox="1">
            <a:spLocks noGrp="1"/>
          </p:cNvSpPr>
          <p:nvPr>
            <p:ph type="title"/>
          </p:nvPr>
        </p:nvSpPr>
        <p:spPr>
          <a:xfrm>
            <a:off x="458894" y="-4233"/>
            <a:ext cx="3821007" cy="351367"/>
          </a:xfrm>
          <a:prstGeom prst="rect">
            <a:avLst/>
          </a:prstGeom>
        </p:spPr>
        <p:txBody>
          <a:bodyPr vert="horz" wrap="square" lIns="78105" tIns="38735" rIns="78105" bIns="38735" numCol="1" anchor="ctr">
            <a:normAutofit/>
          </a:bodyPr>
          <a:lstStyle>
            <a:lvl1pPr marL="0" indent="0" algn="l" defTabSz="103883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lvl1pPr>
          </a:lstStyle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1" strike="noStrike" cap="none" dirty="0">
                <a:solidFill>
                  <a:schemeClr val="bg1"/>
                </a:solidFill>
                <a:latin typeface="Arial" charset="0"/>
                <a:ea typeface="Arial" charset="0"/>
              </a:rPr>
              <a:t>마스터 제목 스타일 편집</a:t>
            </a:r>
            <a:endParaRPr lang="ko-KR" altLang="en-US" sz="1600" b="1" strike="noStrike" cap="none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타원 4"/>
          <p:cNvSpPr>
            <a:spLocks/>
          </p:cNvSpPr>
          <p:nvPr userDrawn="1"/>
        </p:nvSpPr>
        <p:spPr>
          <a:xfrm>
            <a:off x="297181" y="86361"/>
            <a:ext cx="144780" cy="144780"/>
          </a:xfrm>
          <a:prstGeom prst="ellipse">
            <a:avLst/>
          </a:prstGeom>
          <a:solidFill>
            <a:schemeClr val="bg1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21920" tIns="60960" rIns="121920" bIns="60960" numCol="1" anchor="ctr">
            <a:noAutofit/>
          </a:bodyPr>
          <a:lstStyle/>
          <a:p>
            <a:pPr marL="0" indent="0" algn="ctr" defTabSz="1038834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000" b="0" strike="noStrike" cap="none" dirty="0">
              <a:latin typeface="맑은 고딕" charset="0"/>
              <a:ea typeface="맑은 고딕" charset="0"/>
            </a:endParaRPr>
          </a:p>
        </p:txBody>
      </p:sp>
      <p:sp>
        <p:nvSpPr>
          <p:cNvPr id="2050" name="날짜 개체 틀 2050"/>
          <p:cNvSpPr txBox="1">
            <a:spLocks noGrp="1"/>
          </p:cNvSpPr>
          <p:nvPr>
            <p:ph type="dt"/>
          </p:nvPr>
        </p:nvSpPr>
        <p:spPr>
          <a:xfrm>
            <a:off x="609600" y="6356774"/>
            <a:ext cx="2846493" cy="366607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defTabSz="1219170" eaLnBrk="0" latinLnBrk="0"/>
            <a:fld id="{B9320F77-B9A0-41C5-862A-B4B631284C64}" type="datetime1">
              <a:rPr lang="en-US" altLang="ko-KR" sz="1333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pPr defTabSz="1219170" eaLnBrk="0" latinLnBrk="0"/>
              <a:t>10/14/2021</a:t>
            </a:fld>
            <a:endParaRPr lang="ko-KR" altLang="en-US" sz="1333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1" name="바닥글 개체 틀 2051"/>
          <p:cNvSpPr txBox="1">
            <a:spLocks noGrp="1"/>
          </p:cNvSpPr>
          <p:nvPr>
            <p:ph type="ftr"/>
          </p:nvPr>
        </p:nvSpPr>
        <p:spPr>
          <a:xfrm>
            <a:off x="4165600" y="6356774"/>
            <a:ext cx="3862493" cy="366607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defTabSz="1219170" eaLnBrk="0" latinLnBrk="0"/>
            <a:r>
              <a:rPr lang="en-US" altLang="ko-KR" sz="1333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바닥글</a:t>
            </a:r>
            <a:endParaRPr lang="ko-KR" altLang="en-US" sz="1333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2" name="슬라이드 번호 개체 틀 2052"/>
          <p:cNvSpPr txBox="1">
            <a:spLocks noGrp="1"/>
          </p:cNvSpPr>
          <p:nvPr>
            <p:ph type="sldNum" idx="12"/>
          </p:nvPr>
        </p:nvSpPr>
        <p:spPr>
          <a:xfrm>
            <a:off x="8737600" y="6356774"/>
            <a:ext cx="2846493" cy="366607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defTabSz="1219170" eaLnBrk="0" latinLnBrk="0"/>
            <a:fld id="{B9320F77-B9A0-41C5-862A-B4B631284C64}" type="slidenum">
              <a:rPr lang="en-US" altLang="ko-KR" sz="1333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pPr defTabSz="1219170" eaLnBrk="0" latinLnBrk="0"/>
              <a:t>‹#›</a:t>
            </a:fld>
            <a:endParaRPr lang="ko-KR" altLang="en-US" sz="1333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5" name="Subtitle 2055"/>
          <p:cNvSpPr txBox="1">
            <a:spLocks noGrp="1"/>
          </p:cNvSpPr>
          <p:nvPr>
            <p:ph type="subTitle" hasCustomPrompt="1"/>
          </p:nvPr>
        </p:nvSpPr>
        <p:spPr>
          <a:xfrm>
            <a:off x="639233" y="1060874"/>
            <a:ext cx="11155680" cy="664633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>
            <a:lvl1pPr marL="0" indent="0" algn="l" defTabSz="1219170" fontAlgn="auto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FontTx/>
              <a:buNone/>
              <a:defRPr/>
            </a:lvl1pPr>
          </a:lstStyle>
          <a:p>
            <a:pPr marL="0" indent="0" algn="l" defTabSz="91440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1200" b="0" strike="noStrike" cap="none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</a:rPr>
              <a:t>마스터 텍스트 스타일을 편집합니다.</a:t>
            </a:r>
            <a:endParaRPr lang="ko-KR" altLang="en-US" sz="1200" b="0" strike="noStrike" cap="none" dirty="0">
              <a:solidFill>
                <a:schemeClr val="bg1">
                  <a:lumMod val="50000"/>
                </a:schemeClr>
              </a:solidFill>
              <a:latin typeface="Arial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14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8E90C5-2378-4ED5-A93B-CAAF7E83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C39359-99C9-4A87-8561-E4F0C65E0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5582DE-7D94-470C-B2EB-89F76DF16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BAAFC-9743-47CF-A851-029B0B286A4D}" type="datetimeFigureOut">
              <a:rPr lang="ko-KR" altLang="en-US" smtClean="0"/>
              <a:t>2021-10-14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C944AD-834B-4663-8462-70E521F5A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14F6B2-531A-4130-86A7-EE0DA05AE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D422F-B085-419D-9739-576A2C3344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7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0C2F60-C763-4973-B44C-E76017502B7A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S-PLS-030-001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A5B22-97F5-4C02-BD63-327616F081AC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S-PLS-030-001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E17B7-B4C8-4C7D-8772-FE393A889988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S-PLS-030-001</a:t>
            </a:r>
          </a:p>
        </p:txBody>
      </p:sp>
      <p:cxnSp>
        <p:nvCxnSpPr>
          <p:cNvPr id="12" name="도형 68">
            <a:extLst>
              <a:ext uri="{FF2B5EF4-FFF2-40B4-BE49-F238E27FC236}">
                <a16:creationId xmlns:a16="http://schemas.microsoft.com/office/drawing/2014/main" id="{89CCD7A3-0EC4-47FB-8981-0416337E4E3D}"/>
              </a:ext>
            </a:extLst>
          </p:cNvPr>
          <p:cNvCxnSpPr>
            <a:cxnSpLocks/>
          </p:cNvCxnSpPr>
          <p:nvPr/>
        </p:nvCxnSpPr>
        <p:spPr>
          <a:xfrm flipV="1">
            <a:off x="4445331" y="3641830"/>
            <a:ext cx="564535" cy="23239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도형 68">
            <a:extLst>
              <a:ext uri="{FF2B5EF4-FFF2-40B4-BE49-F238E27FC236}">
                <a16:creationId xmlns:a16="http://schemas.microsoft.com/office/drawing/2014/main" id="{79F3ACDD-6173-43F1-9240-8D4229EF304B}"/>
              </a:ext>
            </a:extLst>
          </p:cNvPr>
          <p:cNvCxnSpPr>
            <a:cxnSpLocks/>
          </p:cNvCxnSpPr>
          <p:nvPr/>
        </p:nvCxnSpPr>
        <p:spPr>
          <a:xfrm flipV="1">
            <a:off x="4597731" y="3794230"/>
            <a:ext cx="564535" cy="23239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78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교수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102870" y="2109166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(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질문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102870" y="3300729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(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질문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5275176" y="2128794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3011381" y="213006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7498024" y="2128794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476013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GML-CMM-69 ~ 71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)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자료 공유 게시판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–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답글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도형 51"/>
          <p:cNvSpPr>
            <a:spLocks/>
          </p:cNvSpPr>
          <p:nvPr/>
        </p:nvSpPr>
        <p:spPr>
          <a:xfrm>
            <a:off x="7313992" y="3364970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 등록 선택</a:t>
            </a: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751605" y="3358446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3013531" y="3358446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 </a:t>
            </a:r>
            <a:r>
              <a:rPr lang="ko-KR" altLang="en-US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필요한답글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011381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5461002" y="4770964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172210" y="2615473"/>
            <a:ext cx="5080" cy="68525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cxnSpLocks/>
            <a:stCxn id="33" idx="3"/>
            <a:endCxn id="44" idx="1"/>
          </p:cNvCxnSpPr>
          <p:nvPr/>
        </p:nvCxnSpPr>
        <p:spPr>
          <a:xfrm flipV="1">
            <a:off x="2251710" y="2383217"/>
            <a:ext cx="759671" cy="2264738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cxnSpLocks/>
            <a:stCxn id="33" idx="3"/>
            <a:endCxn id="57" idx="1"/>
          </p:cNvCxnSpPr>
          <p:nvPr/>
        </p:nvCxnSpPr>
        <p:spPr>
          <a:xfrm>
            <a:off x="2251710" y="4647955"/>
            <a:ext cx="759671" cy="376164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4" idx="3"/>
            <a:endCxn id="41" idx="1"/>
          </p:cNvCxnSpPr>
          <p:nvPr/>
        </p:nvCxnSpPr>
        <p:spPr>
          <a:xfrm flipV="1">
            <a:off x="4651374" y="2381948"/>
            <a:ext cx="623802" cy="1269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cxnSpLocks/>
            <a:stCxn id="41" idx="3"/>
            <a:endCxn id="45" idx="1"/>
          </p:cNvCxnSpPr>
          <p:nvPr/>
        </p:nvCxnSpPr>
        <p:spPr>
          <a:xfrm>
            <a:off x="7063336" y="2381948"/>
            <a:ext cx="434688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cxnSpLocks/>
            <a:stCxn id="54" idx="3"/>
            <a:endCxn id="75" idx="1"/>
          </p:cNvCxnSpPr>
          <p:nvPr/>
        </p:nvCxnSpPr>
        <p:spPr>
          <a:xfrm flipV="1">
            <a:off x="4446091" y="3616930"/>
            <a:ext cx="613954" cy="652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cxnSpLocks/>
            <a:stCxn id="57" idx="3"/>
            <a:endCxn id="58" idx="1"/>
          </p:cNvCxnSpPr>
          <p:nvPr/>
        </p:nvCxnSpPr>
        <p:spPr>
          <a:xfrm flipV="1">
            <a:off x="4804621" y="5024118"/>
            <a:ext cx="656381" cy="1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cxnSpLocks/>
            <a:stCxn id="52" idx="3"/>
            <a:endCxn id="53" idx="1"/>
          </p:cNvCxnSpPr>
          <p:nvPr/>
        </p:nvCxnSpPr>
        <p:spPr>
          <a:xfrm flipV="1">
            <a:off x="8953985" y="3618373"/>
            <a:ext cx="797620" cy="1160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cxnSpLocks/>
            <a:stCxn id="33" idx="3"/>
            <a:endCxn id="54" idx="1"/>
          </p:cNvCxnSpPr>
          <p:nvPr/>
        </p:nvCxnSpPr>
        <p:spPr>
          <a:xfrm flipV="1">
            <a:off x="2251710" y="3623453"/>
            <a:ext cx="761821" cy="10245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도형 39">
            <a:extLst>
              <a:ext uri="{FF2B5EF4-FFF2-40B4-BE49-F238E27FC236}">
                <a16:creationId xmlns:a16="http://schemas.microsoft.com/office/drawing/2014/main" id="{0661379D-A528-4674-A554-47BF563C76A6}"/>
              </a:ext>
            </a:extLst>
          </p:cNvPr>
          <p:cNvSpPr>
            <a:spLocks/>
          </p:cNvSpPr>
          <p:nvPr/>
        </p:nvSpPr>
        <p:spPr>
          <a:xfrm>
            <a:off x="102870" y="4382948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선택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/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F1B6FA-1A79-4E4E-82CD-7C7FE0F5E79B}"/>
              </a:ext>
            </a:extLst>
          </p:cNvPr>
          <p:cNvCxnSpPr>
            <a:stCxn id="40" idx="2"/>
            <a:endCxn id="33" idx="0"/>
          </p:cNvCxnSpPr>
          <p:nvPr/>
        </p:nvCxnSpPr>
        <p:spPr>
          <a:xfrm>
            <a:off x="1177290" y="3830742"/>
            <a:ext cx="0" cy="55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도형 43">
            <a:extLst>
              <a:ext uri="{FF2B5EF4-FFF2-40B4-BE49-F238E27FC236}">
                <a16:creationId xmlns:a16="http://schemas.microsoft.com/office/drawing/2014/main" id="{862DB46E-CA0D-4A8B-B326-490FC2E795CA}"/>
              </a:ext>
            </a:extLst>
          </p:cNvPr>
          <p:cNvSpPr>
            <a:spLocks/>
          </p:cNvSpPr>
          <p:nvPr/>
        </p:nvSpPr>
        <p:spPr>
          <a:xfrm>
            <a:off x="5060045" y="3363776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84" name="도형 68">
            <a:extLst>
              <a:ext uri="{FF2B5EF4-FFF2-40B4-BE49-F238E27FC236}">
                <a16:creationId xmlns:a16="http://schemas.microsoft.com/office/drawing/2014/main" id="{7BA5C0D5-E1C0-4EC9-9EDB-60845AA93D89}"/>
              </a:ext>
            </a:extLst>
          </p:cNvPr>
          <p:cNvCxnSpPr>
            <a:cxnSpLocks/>
            <a:stCxn id="75" idx="3"/>
            <a:endCxn id="52" idx="1"/>
          </p:cNvCxnSpPr>
          <p:nvPr/>
        </p:nvCxnSpPr>
        <p:spPr>
          <a:xfrm>
            <a:off x="6700038" y="3616930"/>
            <a:ext cx="613954" cy="130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121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교수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749124" y="2724119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(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질문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2701113" y="4384376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(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질문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646045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GML-CMM-67 ~ 68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)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질문 게시판 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–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조회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,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검색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0" name="도형 59"/>
          <p:cNvCxnSpPr>
            <a:cxnSpLocks/>
            <a:stCxn id="39" idx="2"/>
            <a:endCxn id="40" idx="0"/>
          </p:cNvCxnSpPr>
          <p:nvPr/>
        </p:nvCxnSpPr>
        <p:spPr>
          <a:xfrm>
            <a:off x="1818464" y="3230426"/>
            <a:ext cx="1957069" cy="115395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도형 59">
            <a:extLst>
              <a:ext uri="{FF2B5EF4-FFF2-40B4-BE49-F238E27FC236}">
                <a16:creationId xmlns:a16="http://schemas.microsoft.com/office/drawing/2014/main" id="{F33E78ED-F262-4636-91AC-5AB3C0DE2D68}"/>
              </a:ext>
            </a:extLst>
          </p:cNvPr>
          <p:cNvCxnSpPr>
            <a:cxnSpLocks/>
            <a:stCxn id="40" idx="0"/>
            <a:endCxn id="89" idx="2"/>
          </p:cNvCxnSpPr>
          <p:nvPr/>
        </p:nvCxnSpPr>
        <p:spPr>
          <a:xfrm flipV="1">
            <a:off x="3775533" y="3230426"/>
            <a:ext cx="2003814" cy="115395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도형 40">
            <a:extLst>
              <a:ext uri="{FF2B5EF4-FFF2-40B4-BE49-F238E27FC236}">
                <a16:creationId xmlns:a16="http://schemas.microsoft.com/office/drawing/2014/main" id="{7ABCB125-49F2-4927-8AC5-C5B64EB0B46F}"/>
              </a:ext>
            </a:extLst>
          </p:cNvPr>
          <p:cNvSpPr>
            <a:spLocks/>
          </p:cNvSpPr>
          <p:nvPr/>
        </p:nvSpPr>
        <p:spPr>
          <a:xfrm>
            <a:off x="4885267" y="2724119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검색 항목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1" name="도형 43">
            <a:extLst>
              <a:ext uri="{FF2B5EF4-FFF2-40B4-BE49-F238E27FC236}">
                <a16:creationId xmlns:a16="http://schemas.microsoft.com/office/drawing/2014/main" id="{EABA92CF-EBB1-40DE-93C7-FC4C2236F595}"/>
              </a:ext>
            </a:extLst>
          </p:cNvPr>
          <p:cNvSpPr>
            <a:spLocks/>
          </p:cNvSpPr>
          <p:nvPr/>
        </p:nvSpPr>
        <p:spPr>
          <a:xfrm>
            <a:off x="7030897" y="4408082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검색 내용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2" name="도형 64">
            <a:extLst>
              <a:ext uri="{FF2B5EF4-FFF2-40B4-BE49-F238E27FC236}">
                <a16:creationId xmlns:a16="http://schemas.microsoft.com/office/drawing/2014/main" id="{E169ECA2-D839-402A-BF2F-09A7B56CB865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5779347" y="3230426"/>
            <a:ext cx="2071547" cy="117765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도형 43">
            <a:extLst>
              <a:ext uri="{FF2B5EF4-FFF2-40B4-BE49-F238E27FC236}">
                <a16:creationId xmlns:a16="http://schemas.microsoft.com/office/drawing/2014/main" id="{7B30E3B8-86EB-4C8B-8A43-0829E4ECB744}"/>
              </a:ext>
            </a:extLst>
          </p:cNvPr>
          <p:cNvSpPr>
            <a:spLocks/>
          </p:cNvSpPr>
          <p:nvPr/>
        </p:nvSpPr>
        <p:spPr>
          <a:xfrm>
            <a:off x="8670890" y="272792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검색 완료</a:t>
            </a:r>
          </a:p>
        </p:txBody>
      </p:sp>
      <p:cxnSp>
        <p:nvCxnSpPr>
          <p:cNvPr id="121" name="도형 64">
            <a:extLst>
              <a:ext uri="{FF2B5EF4-FFF2-40B4-BE49-F238E27FC236}">
                <a16:creationId xmlns:a16="http://schemas.microsoft.com/office/drawing/2014/main" id="{2F471AE3-D794-4B9B-B700-71C12FA25817}"/>
              </a:ext>
            </a:extLst>
          </p:cNvPr>
          <p:cNvCxnSpPr>
            <a:cxnSpLocks/>
            <a:stCxn id="91" idx="0"/>
            <a:endCxn id="120" idx="2"/>
          </p:cNvCxnSpPr>
          <p:nvPr/>
        </p:nvCxnSpPr>
        <p:spPr>
          <a:xfrm flipV="1">
            <a:off x="7850894" y="3234230"/>
            <a:ext cx="1639993" cy="1173852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32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423333" y="2114973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(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질문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423333" y="4203096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(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질문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3240193" y="211920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6134946" y="211497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8881532" y="2114126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4060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GML-STU-13 ~ 15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)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질문 게시판 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-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게시글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도형 50"/>
          <p:cNvSpPr>
            <a:spLocks/>
          </p:cNvSpPr>
          <p:nvPr/>
        </p:nvSpPr>
        <p:spPr>
          <a:xfrm>
            <a:off x="3234267" y="3429000"/>
            <a:ext cx="1793240" cy="52324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51"/>
          <p:cNvSpPr>
            <a:spLocks/>
          </p:cNvSpPr>
          <p:nvPr/>
        </p:nvSpPr>
        <p:spPr>
          <a:xfrm>
            <a:off x="7449817" y="3422227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수정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654538" y="3418417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5522382" y="3429000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234267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7555228" y="4770965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9" name="도형 58"/>
          <p:cNvSpPr>
            <a:spLocks/>
          </p:cNvSpPr>
          <p:nvPr/>
        </p:nvSpPr>
        <p:spPr>
          <a:xfrm>
            <a:off x="5522382" y="4770965"/>
            <a:ext cx="14325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492673" y="2621280"/>
            <a:ext cx="5080" cy="158181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stCxn id="40" idx="3"/>
            <a:endCxn id="41" idx="1"/>
          </p:cNvCxnSpPr>
          <p:nvPr/>
        </p:nvCxnSpPr>
        <p:spPr>
          <a:xfrm flipV="1">
            <a:off x="2572173" y="2372361"/>
            <a:ext cx="668020" cy="2095742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stCxn id="40" idx="3"/>
            <a:endCxn id="57" idx="1"/>
          </p:cNvCxnSpPr>
          <p:nvPr/>
        </p:nvCxnSpPr>
        <p:spPr>
          <a:xfrm>
            <a:off x="2572173" y="4468103"/>
            <a:ext cx="662094" cy="556016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1" idx="3"/>
            <a:endCxn id="44" idx="1"/>
          </p:cNvCxnSpPr>
          <p:nvPr/>
        </p:nvCxnSpPr>
        <p:spPr>
          <a:xfrm flipV="1">
            <a:off x="5028353" y="2368127"/>
            <a:ext cx="1106593" cy="423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stCxn id="44" idx="3"/>
            <a:endCxn id="45" idx="1"/>
          </p:cNvCxnSpPr>
          <p:nvPr/>
        </p:nvCxnSpPr>
        <p:spPr>
          <a:xfrm flipV="1">
            <a:off x="7774939" y="2367280"/>
            <a:ext cx="1106593" cy="8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도형 67"/>
          <p:cNvCxnSpPr>
            <a:stCxn id="51" idx="3"/>
            <a:endCxn id="54" idx="1"/>
          </p:cNvCxnSpPr>
          <p:nvPr/>
        </p:nvCxnSpPr>
        <p:spPr>
          <a:xfrm>
            <a:off x="5027507" y="3690620"/>
            <a:ext cx="494875" cy="338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stCxn id="54" idx="3"/>
            <a:endCxn id="52" idx="1"/>
          </p:cNvCxnSpPr>
          <p:nvPr/>
        </p:nvCxnSpPr>
        <p:spPr>
          <a:xfrm flipV="1">
            <a:off x="6954942" y="3687234"/>
            <a:ext cx="494875" cy="677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stCxn id="57" idx="3"/>
            <a:endCxn id="59" idx="1"/>
          </p:cNvCxnSpPr>
          <p:nvPr/>
        </p:nvCxnSpPr>
        <p:spPr>
          <a:xfrm>
            <a:off x="5027507" y="5024119"/>
            <a:ext cx="494875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stCxn id="52" idx="3"/>
            <a:endCxn id="53" idx="1"/>
          </p:cNvCxnSpPr>
          <p:nvPr/>
        </p:nvCxnSpPr>
        <p:spPr>
          <a:xfrm flipV="1">
            <a:off x="9089810" y="3678344"/>
            <a:ext cx="564728" cy="889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도형 71"/>
          <p:cNvCxnSpPr>
            <a:stCxn id="59" idx="3"/>
            <a:endCxn id="58" idx="1"/>
          </p:cNvCxnSpPr>
          <p:nvPr/>
        </p:nvCxnSpPr>
        <p:spPr>
          <a:xfrm>
            <a:off x="6954942" y="5024119"/>
            <a:ext cx="600286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stCxn id="40" idx="3"/>
            <a:endCxn id="51" idx="1"/>
          </p:cNvCxnSpPr>
          <p:nvPr/>
        </p:nvCxnSpPr>
        <p:spPr>
          <a:xfrm flipV="1">
            <a:off x="2572173" y="3690620"/>
            <a:ext cx="662094" cy="777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81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교수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102870" y="2109166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(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질문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102870" y="3300729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(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질문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5275176" y="2128794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3011381" y="213006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7498024" y="2128794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868883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GML-CMM-69 ~ 71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)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질문 게시판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–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답글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도형 51"/>
          <p:cNvSpPr>
            <a:spLocks/>
          </p:cNvSpPr>
          <p:nvPr/>
        </p:nvSpPr>
        <p:spPr>
          <a:xfrm>
            <a:off x="7313992" y="3364970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 등록 선택</a:t>
            </a: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751605" y="3358446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3013531" y="3358446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 </a:t>
            </a:r>
            <a:r>
              <a:rPr lang="ko-KR" altLang="en-US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필요한답글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011381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5461002" y="4770964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172210" y="2615473"/>
            <a:ext cx="5080" cy="68525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cxnSpLocks/>
            <a:stCxn id="33" idx="3"/>
            <a:endCxn id="44" idx="1"/>
          </p:cNvCxnSpPr>
          <p:nvPr/>
        </p:nvCxnSpPr>
        <p:spPr>
          <a:xfrm flipV="1">
            <a:off x="2251710" y="2383217"/>
            <a:ext cx="759671" cy="2264738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cxnSpLocks/>
            <a:stCxn id="33" idx="3"/>
            <a:endCxn id="57" idx="1"/>
          </p:cNvCxnSpPr>
          <p:nvPr/>
        </p:nvCxnSpPr>
        <p:spPr>
          <a:xfrm>
            <a:off x="2251710" y="4647955"/>
            <a:ext cx="759671" cy="376164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4" idx="3"/>
            <a:endCxn id="41" idx="1"/>
          </p:cNvCxnSpPr>
          <p:nvPr/>
        </p:nvCxnSpPr>
        <p:spPr>
          <a:xfrm flipV="1">
            <a:off x="4651374" y="2381948"/>
            <a:ext cx="623802" cy="1269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cxnSpLocks/>
            <a:stCxn id="41" idx="3"/>
            <a:endCxn id="45" idx="1"/>
          </p:cNvCxnSpPr>
          <p:nvPr/>
        </p:nvCxnSpPr>
        <p:spPr>
          <a:xfrm>
            <a:off x="7063336" y="2381948"/>
            <a:ext cx="434688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cxnSpLocks/>
            <a:stCxn id="54" idx="3"/>
            <a:endCxn id="75" idx="1"/>
          </p:cNvCxnSpPr>
          <p:nvPr/>
        </p:nvCxnSpPr>
        <p:spPr>
          <a:xfrm flipV="1">
            <a:off x="4446091" y="3616930"/>
            <a:ext cx="613954" cy="652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cxnSpLocks/>
            <a:stCxn id="57" idx="3"/>
            <a:endCxn id="58" idx="1"/>
          </p:cNvCxnSpPr>
          <p:nvPr/>
        </p:nvCxnSpPr>
        <p:spPr>
          <a:xfrm flipV="1">
            <a:off x="4804621" y="5024118"/>
            <a:ext cx="656381" cy="1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cxnSpLocks/>
            <a:stCxn id="52" idx="3"/>
            <a:endCxn id="53" idx="1"/>
          </p:cNvCxnSpPr>
          <p:nvPr/>
        </p:nvCxnSpPr>
        <p:spPr>
          <a:xfrm flipV="1">
            <a:off x="8953985" y="3618373"/>
            <a:ext cx="797620" cy="1160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cxnSpLocks/>
            <a:stCxn id="33" idx="3"/>
            <a:endCxn id="54" idx="1"/>
          </p:cNvCxnSpPr>
          <p:nvPr/>
        </p:nvCxnSpPr>
        <p:spPr>
          <a:xfrm flipV="1">
            <a:off x="2251710" y="3623453"/>
            <a:ext cx="761821" cy="10245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도형 39">
            <a:extLst>
              <a:ext uri="{FF2B5EF4-FFF2-40B4-BE49-F238E27FC236}">
                <a16:creationId xmlns:a16="http://schemas.microsoft.com/office/drawing/2014/main" id="{0661379D-A528-4674-A554-47BF563C76A6}"/>
              </a:ext>
            </a:extLst>
          </p:cNvPr>
          <p:cNvSpPr>
            <a:spLocks/>
          </p:cNvSpPr>
          <p:nvPr/>
        </p:nvSpPr>
        <p:spPr>
          <a:xfrm>
            <a:off x="102870" y="4382948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선택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/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F1B6FA-1A79-4E4E-82CD-7C7FE0F5E79B}"/>
              </a:ext>
            </a:extLst>
          </p:cNvPr>
          <p:cNvCxnSpPr>
            <a:stCxn id="40" idx="2"/>
            <a:endCxn id="33" idx="0"/>
          </p:cNvCxnSpPr>
          <p:nvPr/>
        </p:nvCxnSpPr>
        <p:spPr>
          <a:xfrm>
            <a:off x="1177290" y="3830742"/>
            <a:ext cx="0" cy="55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도형 43">
            <a:extLst>
              <a:ext uri="{FF2B5EF4-FFF2-40B4-BE49-F238E27FC236}">
                <a16:creationId xmlns:a16="http://schemas.microsoft.com/office/drawing/2014/main" id="{862DB46E-CA0D-4A8B-B326-490FC2E795CA}"/>
              </a:ext>
            </a:extLst>
          </p:cNvPr>
          <p:cNvSpPr>
            <a:spLocks/>
          </p:cNvSpPr>
          <p:nvPr/>
        </p:nvSpPr>
        <p:spPr>
          <a:xfrm>
            <a:off x="5060045" y="3363776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84" name="도형 68">
            <a:extLst>
              <a:ext uri="{FF2B5EF4-FFF2-40B4-BE49-F238E27FC236}">
                <a16:creationId xmlns:a16="http://schemas.microsoft.com/office/drawing/2014/main" id="{7BA5C0D5-E1C0-4EC9-9EDB-60845AA93D89}"/>
              </a:ext>
            </a:extLst>
          </p:cNvPr>
          <p:cNvCxnSpPr>
            <a:cxnSpLocks/>
            <a:stCxn id="75" idx="3"/>
            <a:endCxn id="52" idx="1"/>
          </p:cNvCxnSpPr>
          <p:nvPr/>
        </p:nvCxnSpPr>
        <p:spPr>
          <a:xfrm>
            <a:off x="6700038" y="3616930"/>
            <a:ext cx="613954" cy="130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66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교수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367634" y="2818401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점심 식사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362554" y="4214338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점심식사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4843748" y="4228273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7566869" y="4226192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10027131" y="4214338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547567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GML-CMM-72 ~ 76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)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자유 게시판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도형 50"/>
          <p:cNvSpPr>
            <a:spLocks/>
          </p:cNvSpPr>
          <p:nvPr/>
        </p:nvSpPr>
        <p:spPr>
          <a:xfrm>
            <a:off x="2482395" y="5177464"/>
            <a:ext cx="1793240" cy="52324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51"/>
          <p:cNvSpPr>
            <a:spLocks/>
          </p:cNvSpPr>
          <p:nvPr/>
        </p:nvSpPr>
        <p:spPr>
          <a:xfrm>
            <a:off x="7555621" y="5194026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수정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10027131" y="5199105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5199348" y="5170691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2506314" y="6027239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7540413" y="6048139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9" name="도형 58"/>
          <p:cNvSpPr>
            <a:spLocks/>
          </p:cNvSpPr>
          <p:nvPr/>
        </p:nvSpPr>
        <p:spPr>
          <a:xfrm>
            <a:off x="5224655" y="6048705"/>
            <a:ext cx="14325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436974" y="3324708"/>
            <a:ext cx="0" cy="88963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cxnSpLocks/>
            <a:stCxn id="40" idx="2"/>
            <a:endCxn id="57" idx="1"/>
          </p:cNvCxnSpPr>
          <p:nvPr/>
        </p:nvCxnSpPr>
        <p:spPr>
          <a:xfrm rot="16200000" flipH="1">
            <a:off x="1203623" y="4977702"/>
            <a:ext cx="1536042" cy="1069340"/>
          </a:xfrm>
          <a:prstGeom prst="bentConnector2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1" idx="3"/>
            <a:endCxn id="44" idx="1"/>
          </p:cNvCxnSpPr>
          <p:nvPr/>
        </p:nvCxnSpPr>
        <p:spPr>
          <a:xfrm flipV="1">
            <a:off x="6631908" y="4479346"/>
            <a:ext cx="934961" cy="2081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stCxn id="44" idx="3"/>
            <a:endCxn id="45" idx="1"/>
          </p:cNvCxnSpPr>
          <p:nvPr/>
        </p:nvCxnSpPr>
        <p:spPr>
          <a:xfrm flipV="1">
            <a:off x="9206862" y="4467492"/>
            <a:ext cx="820269" cy="1185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도형 67"/>
          <p:cNvCxnSpPr>
            <a:stCxn id="51" idx="3"/>
            <a:endCxn id="54" idx="1"/>
          </p:cNvCxnSpPr>
          <p:nvPr/>
        </p:nvCxnSpPr>
        <p:spPr>
          <a:xfrm flipV="1">
            <a:off x="4275635" y="5435698"/>
            <a:ext cx="923713" cy="338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stCxn id="54" idx="3"/>
            <a:endCxn id="52" idx="1"/>
          </p:cNvCxnSpPr>
          <p:nvPr/>
        </p:nvCxnSpPr>
        <p:spPr>
          <a:xfrm>
            <a:off x="6631908" y="5435698"/>
            <a:ext cx="923713" cy="23335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stCxn id="57" idx="3"/>
            <a:endCxn id="59" idx="1"/>
          </p:cNvCxnSpPr>
          <p:nvPr/>
        </p:nvCxnSpPr>
        <p:spPr>
          <a:xfrm>
            <a:off x="4299554" y="6280393"/>
            <a:ext cx="925101" cy="2146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stCxn id="52" idx="3"/>
            <a:endCxn id="53" idx="1"/>
          </p:cNvCxnSpPr>
          <p:nvPr/>
        </p:nvCxnSpPr>
        <p:spPr>
          <a:xfrm flipV="1">
            <a:off x="9195614" y="5459032"/>
            <a:ext cx="831517" cy="1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도형 71"/>
          <p:cNvCxnSpPr>
            <a:stCxn id="59" idx="3"/>
            <a:endCxn id="58" idx="1"/>
          </p:cNvCxnSpPr>
          <p:nvPr/>
        </p:nvCxnSpPr>
        <p:spPr>
          <a:xfrm flipV="1">
            <a:off x="6657215" y="6301293"/>
            <a:ext cx="883198" cy="56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도형 59">
            <a:extLst>
              <a:ext uri="{FF2B5EF4-FFF2-40B4-BE49-F238E27FC236}">
                <a16:creationId xmlns:a16="http://schemas.microsoft.com/office/drawing/2014/main" id="{F33E78ED-F262-4636-91AC-5AB3C0DE2D68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2511394" y="4479345"/>
            <a:ext cx="2332354" cy="2082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도형 61">
            <a:extLst>
              <a:ext uri="{FF2B5EF4-FFF2-40B4-BE49-F238E27FC236}">
                <a16:creationId xmlns:a16="http://schemas.microsoft.com/office/drawing/2014/main" id="{FAFA2C72-6DBE-4245-BDA0-F915CA178656}"/>
              </a:ext>
            </a:extLst>
          </p:cNvPr>
          <p:cNvCxnSpPr>
            <a:cxnSpLocks/>
            <a:stCxn id="40" idx="2"/>
            <a:endCxn id="51" idx="1"/>
          </p:cNvCxnSpPr>
          <p:nvPr/>
        </p:nvCxnSpPr>
        <p:spPr>
          <a:xfrm rot="16200000" flipH="1">
            <a:off x="1612318" y="4569006"/>
            <a:ext cx="694733" cy="1045421"/>
          </a:xfrm>
          <a:prstGeom prst="bentConnector2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도형 61">
            <a:extLst>
              <a:ext uri="{FF2B5EF4-FFF2-40B4-BE49-F238E27FC236}">
                <a16:creationId xmlns:a16="http://schemas.microsoft.com/office/drawing/2014/main" id="{F01BBAAE-AD50-4FA3-A36C-6D21549160D1}"/>
              </a:ext>
            </a:extLst>
          </p:cNvPr>
          <p:cNvCxnSpPr>
            <a:cxnSpLocks/>
            <a:stCxn id="40" idx="3"/>
            <a:endCxn id="89" idx="1"/>
          </p:cNvCxnSpPr>
          <p:nvPr/>
        </p:nvCxnSpPr>
        <p:spPr>
          <a:xfrm flipV="1">
            <a:off x="2511394" y="2969333"/>
            <a:ext cx="2357661" cy="1510012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도형 40">
            <a:extLst>
              <a:ext uri="{FF2B5EF4-FFF2-40B4-BE49-F238E27FC236}">
                <a16:creationId xmlns:a16="http://schemas.microsoft.com/office/drawing/2014/main" id="{7ABCB125-49F2-4927-8AC5-C5B64EB0B46F}"/>
              </a:ext>
            </a:extLst>
          </p:cNvPr>
          <p:cNvSpPr>
            <a:spLocks/>
          </p:cNvSpPr>
          <p:nvPr/>
        </p:nvSpPr>
        <p:spPr>
          <a:xfrm>
            <a:off x="4869055" y="2716179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검색 항목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1" name="도형 43">
            <a:extLst>
              <a:ext uri="{FF2B5EF4-FFF2-40B4-BE49-F238E27FC236}">
                <a16:creationId xmlns:a16="http://schemas.microsoft.com/office/drawing/2014/main" id="{EABA92CF-EBB1-40DE-93C7-FC4C2236F595}"/>
              </a:ext>
            </a:extLst>
          </p:cNvPr>
          <p:cNvSpPr>
            <a:spLocks/>
          </p:cNvSpPr>
          <p:nvPr/>
        </p:nvSpPr>
        <p:spPr>
          <a:xfrm>
            <a:off x="7566868" y="2716179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검색 내용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2" name="도형 64">
            <a:extLst>
              <a:ext uri="{FF2B5EF4-FFF2-40B4-BE49-F238E27FC236}">
                <a16:creationId xmlns:a16="http://schemas.microsoft.com/office/drawing/2014/main" id="{E169ECA2-D839-402A-BF2F-09A7B56CB865}"/>
              </a:ext>
            </a:extLst>
          </p:cNvPr>
          <p:cNvCxnSpPr>
            <a:cxnSpLocks/>
            <a:stCxn id="89" idx="3"/>
            <a:endCxn id="91" idx="1"/>
          </p:cNvCxnSpPr>
          <p:nvPr/>
        </p:nvCxnSpPr>
        <p:spPr>
          <a:xfrm>
            <a:off x="6657215" y="2969333"/>
            <a:ext cx="909653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도형 43">
            <a:extLst>
              <a:ext uri="{FF2B5EF4-FFF2-40B4-BE49-F238E27FC236}">
                <a16:creationId xmlns:a16="http://schemas.microsoft.com/office/drawing/2014/main" id="{7B30E3B8-86EB-4C8B-8A43-0829E4ECB744}"/>
              </a:ext>
            </a:extLst>
          </p:cNvPr>
          <p:cNvSpPr>
            <a:spLocks/>
          </p:cNvSpPr>
          <p:nvPr/>
        </p:nvSpPr>
        <p:spPr>
          <a:xfrm>
            <a:off x="10027131" y="2718809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검색 완료</a:t>
            </a:r>
          </a:p>
        </p:txBody>
      </p:sp>
      <p:cxnSp>
        <p:nvCxnSpPr>
          <p:cNvPr id="121" name="도형 64">
            <a:extLst>
              <a:ext uri="{FF2B5EF4-FFF2-40B4-BE49-F238E27FC236}">
                <a16:creationId xmlns:a16="http://schemas.microsoft.com/office/drawing/2014/main" id="{2F471AE3-D794-4B9B-B700-71C12FA25817}"/>
              </a:ext>
            </a:extLst>
          </p:cNvPr>
          <p:cNvCxnSpPr>
            <a:cxnSpLocks/>
            <a:stCxn id="91" idx="3"/>
            <a:endCxn id="120" idx="1"/>
          </p:cNvCxnSpPr>
          <p:nvPr/>
        </p:nvCxnSpPr>
        <p:spPr>
          <a:xfrm>
            <a:off x="9206861" y="2969333"/>
            <a:ext cx="820270" cy="263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59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교수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739020" y="2568755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(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자유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2549738" y="4145884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(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자유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9577916" y="256273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신고 완료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7493423" y="4145884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신고하기 선택</a:t>
            </a: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526659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GML-CMM-77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)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자유 게시판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-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신고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0" name="도형 59"/>
          <p:cNvCxnSpPr>
            <a:cxnSpLocks/>
            <a:stCxn id="39" idx="2"/>
            <a:endCxn id="40" idx="0"/>
          </p:cNvCxnSpPr>
          <p:nvPr/>
        </p:nvCxnSpPr>
        <p:spPr>
          <a:xfrm>
            <a:off x="1808360" y="3075062"/>
            <a:ext cx="1815798" cy="1070822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4" idx="0"/>
            <a:endCxn id="41" idx="2"/>
          </p:cNvCxnSpPr>
          <p:nvPr/>
        </p:nvCxnSpPr>
        <p:spPr>
          <a:xfrm flipV="1">
            <a:off x="8313420" y="3069044"/>
            <a:ext cx="2158576" cy="107684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도형 39">
            <a:extLst>
              <a:ext uri="{FF2B5EF4-FFF2-40B4-BE49-F238E27FC236}">
                <a16:creationId xmlns:a16="http://schemas.microsoft.com/office/drawing/2014/main" id="{0661379D-A528-4674-A554-47BF563C76A6}"/>
              </a:ext>
            </a:extLst>
          </p:cNvPr>
          <p:cNvSpPr>
            <a:spLocks/>
          </p:cNvSpPr>
          <p:nvPr/>
        </p:nvSpPr>
        <p:spPr>
          <a:xfrm>
            <a:off x="5060526" y="2514597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선택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/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F1B6FA-1A79-4E4E-82CD-7C7FE0F5E79B}"/>
              </a:ext>
            </a:extLst>
          </p:cNvPr>
          <p:cNvCxnSpPr>
            <a:cxnSpLocks/>
            <a:stCxn id="40" idx="0"/>
            <a:endCxn id="33" idx="2"/>
          </p:cNvCxnSpPr>
          <p:nvPr/>
        </p:nvCxnSpPr>
        <p:spPr>
          <a:xfrm flipV="1">
            <a:off x="3624158" y="3044610"/>
            <a:ext cx="2510788" cy="1101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BD568F0-BA90-42C2-9C7D-52A3CA05668B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>
            <a:off x="6134946" y="3044610"/>
            <a:ext cx="2178474" cy="1101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819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교수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102870" y="2109166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(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자유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102870" y="3300729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(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자유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5275176" y="2128794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3011381" y="213006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7498024" y="2128794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766694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GML-CMM-78 ~ 80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)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자유 게시판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–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답글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도형 51"/>
          <p:cNvSpPr>
            <a:spLocks/>
          </p:cNvSpPr>
          <p:nvPr/>
        </p:nvSpPr>
        <p:spPr>
          <a:xfrm>
            <a:off x="7313992" y="3364970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 등록 선택</a:t>
            </a: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751605" y="3358446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3013531" y="3358446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 </a:t>
            </a:r>
            <a:r>
              <a:rPr lang="ko-KR" altLang="en-US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필요한답글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011381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5461002" y="4770964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172210" y="2615473"/>
            <a:ext cx="5080" cy="68525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cxnSpLocks/>
            <a:stCxn id="33" idx="3"/>
            <a:endCxn id="44" idx="1"/>
          </p:cNvCxnSpPr>
          <p:nvPr/>
        </p:nvCxnSpPr>
        <p:spPr>
          <a:xfrm flipV="1">
            <a:off x="2251710" y="2383217"/>
            <a:ext cx="759671" cy="2264738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cxnSpLocks/>
            <a:stCxn id="33" idx="3"/>
            <a:endCxn id="57" idx="1"/>
          </p:cNvCxnSpPr>
          <p:nvPr/>
        </p:nvCxnSpPr>
        <p:spPr>
          <a:xfrm>
            <a:off x="2251710" y="4647955"/>
            <a:ext cx="759671" cy="376164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4" idx="3"/>
            <a:endCxn id="41" idx="1"/>
          </p:cNvCxnSpPr>
          <p:nvPr/>
        </p:nvCxnSpPr>
        <p:spPr>
          <a:xfrm flipV="1">
            <a:off x="4651374" y="2381948"/>
            <a:ext cx="623802" cy="1269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cxnSpLocks/>
            <a:stCxn id="41" idx="3"/>
            <a:endCxn id="45" idx="1"/>
          </p:cNvCxnSpPr>
          <p:nvPr/>
        </p:nvCxnSpPr>
        <p:spPr>
          <a:xfrm>
            <a:off x="7063336" y="2381948"/>
            <a:ext cx="434688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cxnSpLocks/>
            <a:stCxn id="54" idx="3"/>
            <a:endCxn id="75" idx="1"/>
          </p:cNvCxnSpPr>
          <p:nvPr/>
        </p:nvCxnSpPr>
        <p:spPr>
          <a:xfrm flipV="1">
            <a:off x="4446091" y="3616930"/>
            <a:ext cx="613954" cy="652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cxnSpLocks/>
            <a:stCxn id="57" idx="3"/>
            <a:endCxn id="58" idx="1"/>
          </p:cNvCxnSpPr>
          <p:nvPr/>
        </p:nvCxnSpPr>
        <p:spPr>
          <a:xfrm flipV="1">
            <a:off x="4804621" y="5024118"/>
            <a:ext cx="656381" cy="1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cxnSpLocks/>
            <a:stCxn id="52" idx="3"/>
            <a:endCxn id="53" idx="1"/>
          </p:cNvCxnSpPr>
          <p:nvPr/>
        </p:nvCxnSpPr>
        <p:spPr>
          <a:xfrm flipV="1">
            <a:off x="8953985" y="3618373"/>
            <a:ext cx="797620" cy="1160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cxnSpLocks/>
            <a:stCxn id="33" idx="3"/>
            <a:endCxn id="54" idx="1"/>
          </p:cNvCxnSpPr>
          <p:nvPr/>
        </p:nvCxnSpPr>
        <p:spPr>
          <a:xfrm flipV="1">
            <a:off x="2251710" y="3623453"/>
            <a:ext cx="761821" cy="10245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도형 39">
            <a:extLst>
              <a:ext uri="{FF2B5EF4-FFF2-40B4-BE49-F238E27FC236}">
                <a16:creationId xmlns:a16="http://schemas.microsoft.com/office/drawing/2014/main" id="{0661379D-A528-4674-A554-47BF563C76A6}"/>
              </a:ext>
            </a:extLst>
          </p:cNvPr>
          <p:cNvSpPr>
            <a:spLocks/>
          </p:cNvSpPr>
          <p:nvPr/>
        </p:nvSpPr>
        <p:spPr>
          <a:xfrm>
            <a:off x="102870" y="4382948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선택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/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F1B6FA-1A79-4E4E-82CD-7C7FE0F5E79B}"/>
              </a:ext>
            </a:extLst>
          </p:cNvPr>
          <p:cNvCxnSpPr>
            <a:stCxn id="40" idx="2"/>
            <a:endCxn id="33" idx="0"/>
          </p:cNvCxnSpPr>
          <p:nvPr/>
        </p:nvCxnSpPr>
        <p:spPr>
          <a:xfrm>
            <a:off x="1177290" y="3830742"/>
            <a:ext cx="0" cy="55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도형 43">
            <a:extLst>
              <a:ext uri="{FF2B5EF4-FFF2-40B4-BE49-F238E27FC236}">
                <a16:creationId xmlns:a16="http://schemas.microsoft.com/office/drawing/2014/main" id="{862DB46E-CA0D-4A8B-B326-490FC2E795CA}"/>
              </a:ext>
            </a:extLst>
          </p:cNvPr>
          <p:cNvSpPr>
            <a:spLocks/>
          </p:cNvSpPr>
          <p:nvPr/>
        </p:nvSpPr>
        <p:spPr>
          <a:xfrm>
            <a:off x="5060045" y="3363776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84" name="도형 68">
            <a:extLst>
              <a:ext uri="{FF2B5EF4-FFF2-40B4-BE49-F238E27FC236}">
                <a16:creationId xmlns:a16="http://schemas.microsoft.com/office/drawing/2014/main" id="{7BA5C0D5-E1C0-4EC9-9EDB-60845AA93D89}"/>
              </a:ext>
            </a:extLst>
          </p:cNvPr>
          <p:cNvCxnSpPr>
            <a:cxnSpLocks/>
            <a:stCxn id="75" idx="3"/>
            <a:endCxn id="52" idx="1"/>
          </p:cNvCxnSpPr>
          <p:nvPr/>
        </p:nvCxnSpPr>
        <p:spPr>
          <a:xfrm>
            <a:off x="6700038" y="3616930"/>
            <a:ext cx="613954" cy="130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2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423333" y="2114973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점심 식사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423333" y="4203096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점심식사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3240193" y="211920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6134946" y="211497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8881532" y="2114126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218842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GML-STU-16 ~ 19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점심 식사 게시판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도형 50"/>
          <p:cNvSpPr>
            <a:spLocks/>
          </p:cNvSpPr>
          <p:nvPr/>
        </p:nvSpPr>
        <p:spPr>
          <a:xfrm>
            <a:off x="3234267" y="3429000"/>
            <a:ext cx="1793240" cy="52324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51"/>
          <p:cNvSpPr>
            <a:spLocks/>
          </p:cNvSpPr>
          <p:nvPr/>
        </p:nvSpPr>
        <p:spPr>
          <a:xfrm>
            <a:off x="7449817" y="3422227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수정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654538" y="3418417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5522382" y="3429000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234267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7555228" y="4770965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9" name="도형 58"/>
          <p:cNvSpPr>
            <a:spLocks/>
          </p:cNvSpPr>
          <p:nvPr/>
        </p:nvSpPr>
        <p:spPr>
          <a:xfrm>
            <a:off x="5522382" y="4770965"/>
            <a:ext cx="14325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492673" y="2621280"/>
            <a:ext cx="5080" cy="158181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stCxn id="40" idx="3"/>
            <a:endCxn id="41" idx="1"/>
          </p:cNvCxnSpPr>
          <p:nvPr/>
        </p:nvCxnSpPr>
        <p:spPr>
          <a:xfrm flipV="1">
            <a:off x="2572173" y="2372361"/>
            <a:ext cx="668020" cy="2095742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stCxn id="40" idx="3"/>
            <a:endCxn id="57" idx="1"/>
          </p:cNvCxnSpPr>
          <p:nvPr/>
        </p:nvCxnSpPr>
        <p:spPr>
          <a:xfrm>
            <a:off x="2572173" y="4468103"/>
            <a:ext cx="662094" cy="556016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1" idx="3"/>
            <a:endCxn id="44" idx="1"/>
          </p:cNvCxnSpPr>
          <p:nvPr/>
        </p:nvCxnSpPr>
        <p:spPr>
          <a:xfrm flipV="1">
            <a:off x="5028353" y="2368127"/>
            <a:ext cx="1106593" cy="423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stCxn id="44" idx="3"/>
            <a:endCxn id="45" idx="1"/>
          </p:cNvCxnSpPr>
          <p:nvPr/>
        </p:nvCxnSpPr>
        <p:spPr>
          <a:xfrm flipV="1">
            <a:off x="7774939" y="2367280"/>
            <a:ext cx="1106593" cy="8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도형 67"/>
          <p:cNvCxnSpPr>
            <a:stCxn id="51" idx="3"/>
            <a:endCxn id="54" idx="1"/>
          </p:cNvCxnSpPr>
          <p:nvPr/>
        </p:nvCxnSpPr>
        <p:spPr>
          <a:xfrm>
            <a:off x="5027507" y="3690620"/>
            <a:ext cx="494875" cy="338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stCxn id="54" idx="3"/>
            <a:endCxn id="52" idx="1"/>
          </p:cNvCxnSpPr>
          <p:nvPr/>
        </p:nvCxnSpPr>
        <p:spPr>
          <a:xfrm flipV="1">
            <a:off x="6954942" y="3687234"/>
            <a:ext cx="494875" cy="677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stCxn id="57" idx="3"/>
            <a:endCxn id="59" idx="1"/>
          </p:cNvCxnSpPr>
          <p:nvPr/>
        </p:nvCxnSpPr>
        <p:spPr>
          <a:xfrm>
            <a:off x="5027507" y="5024119"/>
            <a:ext cx="494875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stCxn id="52" idx="3"/>
            <a:endCxn id="53" idx="1"/>
          </p:cNvCxnSpPr>
          <p:nvPr/>
        </p:nvCxnSpPr>
        <p:spPr>
          <a:xfrm flipV="1">
            <a:off x="9089810" y="3678344"/>
            <a:ext cx="564728" cy="889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도형 71"/>
          <p:cNvCxnSpPr>
            <a:stCxn id="59" idx="3"/>
            <a:endCxn id="58" idx="1"/>
          </p:cNvCxnSpPr>
          <p:nvPr/>
        </p:nvCxnSpPr>
        <p:spPr>
          <a:xfrm>
            <a:off x="6954942" y="5024119"/>
            <a:ext cx="600286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stCxn id="40" idx="3"/>
            <a:endCxn id="51" idx="1"/>
          </p:cNvCxnSpPr>
          <p:nvPr/>
        </p:nvCxnSpPr>
        <p:spPr>
          <a:xfrm flipV="1">
            <a:off x="2572173" y="3690620"/>
            <a:ext cx="662094" cy="777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77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교수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739020" y="2568755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점심 식사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2549738" y="4145884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점심 식사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9577916" y="256273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신고 완료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7493423" y="4145884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신고하기 선택</a:t>
            </a: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661268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GML-CMM-81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점심 식사 게시판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-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신고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0" name="도형 59"/>
          <p:cNvCxnSpPr>
            <a:cxnSpLocks/>
            <a:stCxn id="39" idx="2"/>
            <a:endCxn id="40" idx="0"/>
          </p:cNvCxnSpPr>
          <p:nvPr/>
        </p:nvCxnSpPr>
        <p:spPr>
          <a:xfrm>
            <a:off x="1808360" y="3075062"/>
            <a:ext cx="1815798" cy="1070822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4" idx="0"/>
            <a:endCxn id="41" idx="2"/>
          </p:cNvCxnSpPr>
          <p:nvPr/>
        </p:nvCxnSpPr>
        <p:spPr>
          <a:xfrm flipV="1">
            <a:off x="8313420" y="3069044"/>
            <a:ext cx="2158576" cy="107684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도형 39">
            <a:extLst>
              <a:ext uri="{FF2B5EF4-FFF2-40B4-BE49-F238E27FC236}">
                <a16:creationId xmlns:a16="http://schemas.microsoft.com/office/drawing/2014/main" id="{0661379D-A528-4674-A554-47BF563C76A6}"/>
              </a:ext>
            </a:extLst>
          </p:cNvPr>
          <p:cNvSpPr>
            <a:spLocks/>
          </p:cNvSpPr>
          <p:nvPr/>
        </p:nvSpPr>
        <p:spPr>
          <a:xfrm>
            <a:off x="5060526" y="2514597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점심 식사 게시글 선택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/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F1B6FA-1A79-4E4E-82CD-7C7FE0F5E79B}"/>
              </a:ext>
            </a:extLst>
          </p:cNvPr>
          <p:cNvCxnSpPr>
            <a:cxnSpLocks/>
            <a:stCxn id="40" idx="0"/>
            <a:endCxn id="33" idx="2"/>
          </p:cNvCxnSpPr>
          <p:nvPr/>
        </p:nvCxnSpPr>
        <p:spPr>
          <a:xfrm flipV="1">
            <a:off x="3624158" y="3044610"/>
            <a:ext cx="2510788" cy="1101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BD568F0-BA90-42C2-9C7D-52A3CA05668B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>
            <a:off x="6134946" y="3044610"/>
            <a:ext cx="2178474" cy="1101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913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102870" y="2109166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점심 식사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102870" y="3300729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점심 식사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5275176" y="2128794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3011381" y="213006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7498024" y="2128794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43798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GML-STU-20 ~ 22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점심 식사 게시판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- </a:t>
                      </a: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답글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도형 51"/>
          <p:cNvSpPr>
            <a:spLocks/>
          </p:cNvSpPr>
          <p:nvPr/>
        </p:nvSpPr>
        <p:spPr>
          <a:xfrm>
            <a:off x="7313992" y="3364970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 등록 선택</a:t>
            </a: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751605" y="3358446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3013531" y="3358446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 </a:t>
            </a:r>
            <a:r>
              <a:rPr lang="ko-KR" altLang="en-US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필요한답글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011381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5461002" y="4770964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172210" y="2615473"/>
            <a:ext cx="5080" cy="68525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cxnSpLocks/>
            <a:stCxn id="33" idx="3"/>
            <a:endCxn id="44" idx="1"/>
          </p:cNvCxnSpPr>
          <p:nvPr/>
        </p:nvCxnSpPr>
        <p:spPr>
          <a:xfrm flipV="1">
            <a:off x="2251710" y="2383217"/>
            <a:ext cx="759671" cy="2264738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cxnSpLocks/>
            <a:stCxn id="33" idx="3"/>
            <a:endCxn id="57" idx="1"/>
          </p:cNvCxnSpPr>
          <p:nvPr/>
        </p:nvCxnSpPr>
        <p:spPr>
          <a:xfrm>
            <a:off x="2251710" y="4647955"/>
            <a:ext cx="759671" cy="376164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4" idx="3"/>
            <a:endCxn id="41" idx="1"/>
          </p:cNvCxnSpPr>
          <p:nvPr/>
        </p:nvCxnSpPr>
        <p:spPr>
          <a:xfrm flipV="1">
            <a:off x="4651374" y="2381948"/>
            <a:ext cx="623802" cy="1269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cxnSpLocks/>
            <a:stCxn id="41" idx="3"/>
            <a:endCxn id="45" idx="1"/>
          </p:cNvCxnSpPr>
          <p:nvPr/>
        </p:nvCxnSpPr>
        <p:spPr>
          <a:xfrm>
            <a:off x="7063336" y="2381948"/>
            <a:ext cx="434688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cxnSpLocks/>
            <a:stCxn id="54" idx="3"/>
            <a:endCxn id="75" idx="1"/>
          </p:cNvCxnSpPr>
          <p:nvPr/>
        </p:nvCxnSpPr>
        <p:spPr>
          <a:xfrm flipV="1">
            <a:off x="4446091" y="3616930"/>
            <a:ext cx="613954" cy="652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cxnSpLocks/>
            <a:stCxn id="57" idx="3"/>
            <a:endCxn id="58" idx="1"/>
          </p:cNvCxnSpPr>
          <p:nvPr/>
        </p:nvCxnSpPr>
        <p:spPr>
          <a:xfrm flipV="1">
            <a:off x="4804621" y="5024118"/>
            <a:ext cx="656381" cy="1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cxnSpLocks/>
            <a:stCxn id="52" idx="3"/>
            <a:endCxn id="53" idx="1"/>
          </p:cNvCxnSpPr>
          <p:nvPr/>
        </p:nvCxnSpPr>
        <p:spPr>
          <a:xfrm flipV="1">
            <a:off x="8953985" y="3618373"/>
            <a:ext cx="797620" cy="1160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cxnSpLocks/>
            <a:stCxn id="33" idx="3"/>
            <a:endCxn id="54" idx="1"/>
          </p:cNvCxnSpPr>
          <p:nvPr/>
        </p:nvCxnSpPr>
        <p:spPr>
          <a:xfrm flipV="1">
            <a:off x="2251710" y="3623453"/>
            <a:ext cx="761821" cy="10245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도형 39">
            <a:extLst>
              <a:ext uri="{FF2B5EF4-FFF2-40B4-BE49-F238E27FC236}">
                <a16:creationId xmlns:a16="http://schemas.microsoft.com/office/drawing/2014/main" id="{0661379D-A528-4674-A554-47BF563C76A6}"/>
              </a:ext>
            </a:extLst>
          </p:cNvPr>
          <p:cNvSpPr>
            <a:spLocks/>
          </p:cNvSpPr>
          <p:nvPr/>
        </p:nvSpPr>
        <p:spPr>
          <a:xfrm>
            <a:off x="102870" y="4382948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선택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/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F1B6FA-1A79-4E4E-82CD-7C7FE0F5E79B}"/>
              </a:ext>
            </a:extLst>
          </p:cNvPr>
          <p:cNvCxnSpPr>
            <a:stCxn id="40" idx="2"/>
            <a:endCxn id="33" idx="0"/>
          </p:cNvCxnSpPr>
          <p:nvPr/>
        </p:nvCxnSpPr>
        <p:spPr>
          <a:xfrm>
            <a:off x="1177290" y="3830742"/>
            <a:ext cx="0" cy="55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도형 43">
            <a:extLst>
              <a:ext uri="{FF2B5EF4-FFF2-40B4-BE49-F238E27FC236}">
                <a16:creationId xmlns:a16="http://schemas.microsoft.com/office/drawing/2014/main" id="{862DB46E-CA0D-4A8B-B326-490FC2E795CA}"/>
              </a:ext>
            </a:extLst>
          </p:cNvPr>
          <p:cNvSpPr>
            <a:spLocks/>
          </p:cNvSpPr>
          <p:nvPr/>
        </p:nvSpPr>
        <p:spPr>
          <a:xfrm>
            <a:off x="5060045" y="3363776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답글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84" name="도형 68">
            <a:extLst>
              <a:ext uri="{FF2B5EF4-FFF2-40B4-BE49-F238E27FC236}">
                <a16:creationId xmlns:a16="http://schemas.microsoft.com/office/drawing/2014/main" id="{7BA5C0D5-E1C0-4EC9-9EDB-60845AA93D89}"/>
              </a:ext>
            </a:extLst>
          </p:cNvPr>
          <p:cNvCxnSpPr>
            <a:cxnSpLocks/>
            <a:stCxn id="75" idx="3"/>
            <a:endCxn id="52" idx="1"/>
          </p:cNvCxnSpPr>
          <p:nvPr/>
        </p:nvCxnSpPr>
        <p:spPr>
          <a:xfrm>
            <a:off x="6700038" y="3616930"/>
            <a:ext cx="613954" cy="130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34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 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교수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 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2804160" y="3429000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시간표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7239000" y="3429000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시간표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688800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GML-CMM-82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 시간표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관리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0" name="도형 59"/>
          <p:cNvCxnSpPr>
            <a:cxnSpLocks/>
            <a:stCxn id="39" idx="3"/>
            <a:endCxn id="40" idx="1"/>
          </p:cNvCxnSpPr>
          <p:nvPr/>
        </p:nvCxnSpPr>
        <p:spPr>
          <a:xfrm>
            <a:off x="4942840" y="3682154"/>
            <a:ext cx="2296160" cy="1185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734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교수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en-US" altLang="ko-KR" sz="2400" dirty="0" err="1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423333" y="2114973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시간표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423333" y="4203096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시간표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3240193" y="211920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시간표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6134946" y="211497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시간표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8881532" y="2114126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617075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GML-PRO-7 ~ 9</a:t>
                      </a: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 시간표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관리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도형 50"/>
          <p:cNvSpPr>
            <a:spLocks/>
          </p:cNvSpPr>
          <p:nvPr/>
        </p:nvSpPr>
        <p:spPr>
          <a:xfrm>
            <a:off x="3234267" y="3429000"/>
            <a:ext cx="1793240" cy="52324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시간표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51"/>
          <p:cNvSpPr>
            <a:spLocks/>
          </p:cNvSpPr>
          <p:nvPr/>
        </p:nvSpPr>
        <p:spPr>
          <a:xfrm>
            <a:off x="7449817" y="3422227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시간표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수정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654538" y="3418417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5522382" y="3429000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234267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시간표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7555228" y="4770965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9" name="도형 58"/>
          <p:cNvSpPr>
            <a:spLocks/>
          </p:cNvSpPr>
          <p:nvPr/>
        </p:nvSpPr>
        <p:spPr>
          <a:xfrm>
            <a:off x="5522382" y="4770965"/>
            <a:ext cx="14325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492673" y="2621280"/>
            <a:ext cx="5080" cy="158181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stCxn id="40" idx="3"/>
            <a:endCxn id="41" idx="1"/>
          </p:cNvCxnSpPr>
          <p:nvPr/>
        </p:nvCxnSpPr>
        <p:spPr>
          <a:xfrm flipV="1">
            <a:off x="2572173" y="2372361"/>
            <a:ext cx="668020" cy="2095742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stCxn id="40" idx="3"/>
            <a:endCxn id="57" idx="1"/>
          </p:cNvCxnSpPr>
          <p:nvPr/>
        </p:nvCxnSpPr>
        <p:spPr>
          <a:xfrm>
            <a:off x="2572173" y="4468103"/>
            <a:ext cx="662094" cy="556016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1" idx="3"/>
            <a:endCxn id="44" idx="1"/>
          </p:cNvCxnSpPr>
          <p:nvPr/>
        </p:nvCxnSpPr>
        <p:spPr>
          <a:xfrm flipV="1">
            <a:off x="5028353" y="2368127"/>
            <a:ext cx="1106593" cy="423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stCxn id="44" idx="3"/>
            <a:endCxn id="45" idx="1"/>
          </p:cNvCxnSpPr>
          <p:nvPr/>
        </p:nvCxnSpPr>
        <p:spPr>
          <a:xfrm flipV="1">
            <a:off x="7774939" y="2367280"/>
            <a:ext cx="1106593" cy="8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도형 67"/>
          <p:cNvCxnSpPr>
            <a:stCxn id="51" idx="3"/>
            <a:endCxn id="54" idx="1"/>
          </p:cNvCxnSpPr>
          <p:nvPr/>
        </p:nvCxnSpPr>
        <p:spPr>
          <a:xfrm>
            <a:off x="5027507" y="3690620"/>
            <a:ext cx="494875" cy="338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stCxn id="54" idx="3"/>
            <a:endCxn id="52" idx="1"/>
          </p:cNvCxnSpPr>
          <p:nvPr/>
        </p:nvCxnSpPr>
        <p:spPr>
          <a:xfrm flipV="1">
            <a:off x="6954942" y="3687234"/>
            <a:ext cx="494875" cy="677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stCxn id="57" idx="3"/>
            <a:endCxn id="59" idx="1"/>
          </p:cNvCxnSpPr>
          <p:nvPr/>
        </p:nvCxnSpPr>
        <p:spPr>
          <a:xfrm>
            <a:off x="5027507" y="5024119"/>
            <a:ext cx="494875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stCxn id="52" idx="3"/>
            <a:endCxn id="53" idx="1"/>
          </p:cNvCxnSpPr>
          <p:nvPr/>
        </p:nvCxnSpPr>
        <p:spPr>
          <a:xfrm flipV="1">
            <a:off x="9089810" y="3678344"/>
            <a:ext cx="564728" cy="889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도형 71"/>
          <p:cNvCxnSpPr>
            <a:stCxn id="59" idx="3"/>
            <a:endCxn id="58" idx="1"/>
          </p:cNvCxnSpPr>
          <p:nvPr/>
        </p:nvCxnSpPr>
        <p:spPr>
          <a:xfrm>
            <a:off x="6954942" y="5024119"/>
            <a:ext cx="600286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stCxn id="40" idx="3"/>
            <a:endCxn id="51" idx="1"/>
          </p:cNvCxnSpPr>
          <p:nvPr/>
        </p:nvCxnSpPr>
        <p:spPr>
          <a:xfrm flipV="1">
            <a:off x="2572173" y="3690620"/>
            <a:ext cx="662094" cy="777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574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3" y="-49106"/>
            <a:ext cx="1486747" cy="392007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도형 39"/>
          <p:cNvSpPr>
            <a:spLocks/>
          </p:cNvSpPr>
          <p:nvPr/>
        </p:nvSpPr>
        <p:spPr>
          <a:xfrm>
            <a:off x="133774" y="2893060"/>
            <a:ext cx="2190327" cy="50800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페이지</a:t>
            </a:r>
          </a:p>
        </p:txBody>
      </p:sp>
      <p:sp>
        <p:nvSpPr>
          <p:cNvPr id="5" name="도형 39"/>
          <p:cNvSpPr>
            <a:spLocks/>
          </p:cNvSpPr>
          <p:nvPr/>
        </p:nvSpPr>
        <p:spPr>
          <a:xfrm>
            <a:off x="2795904" y="2889673"/>
            <a:ext cx="2190327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채팅화면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도형 39"/>
          <p:cNvSpPr>
            <a:spLocks/>
          </p:cNvSpPr>
          <p:nvPr/>
        </p:nvSpPr>
        <p:spPr>
          <a:xfrm>
            <a:off x="4212906" y="4583704"/>
            <a:ext cx="2190327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채팅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도형 39"/>
          <p:cNvSpPr>
            <a:spLocks/>
          </p:cNvSpPr>
          <p:nvPr/>
        </p:nvSpPr>
        <p:spPr>
          <a:xfrm>
            <a:off x="664633" y="4584552"/>
            <a:ext cx="2189480" cy="50546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채팅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방 들어가기</a:t>
            </a:r>
          </a:p>
        </p:txBody>
      </p:sp>
      <p:sp>
        <p:nvSpPr>
          <p:cNvPr id="8" name="도형 39"/>
          <p:cNvSpPr>
            <a:spLocks/>
          </p:cNvSpPr>
          <p:nvPr/>
        </p:nvSpPr>
        <p:spPr>
          <a:xfrm>
            <a:off x="5944498" y="2893060"/>
            <a:ext cx="2190327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채팅 전송</a:t>
            </a:r>
          </a:p>
        </p:txBody>
      </p:sp>
      <p:sp>
        <p:nvSpPr>
          <p:cNvPr id="10" name="텍스트 상자 75"/>
          <p:cNvSpPr txBox="1">
            <a:spLocks/>
          </p:cNvSpPr>
          <p:nvPr/>
        </p:nvSpPr>
        <p:spPr>
          <a:xfrm>
            <a:off x="3721100" y="13267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ko-KR" altLang="en-US" sz="2400" dirty="0">
                <a:latin typeface="맑은 고딕" charset="0"/>
                <a:ea typeface="맑은 고딕" charset="0"/>
              </a:rPr>
              <a:t>학생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교수 </a:t>
            </a:r>
            <a:r>
              <a:rPr lang="en-US" altLang="ko-KR" sz="2400" dirty="0">
                <a:latin typeface="맑은 고딕" charset="0"/>
                <a:ea typeface="맑은 고딕" charset="0"/>
              </a:rPr>
              <a:t>/ </a:t>
            </a:r>
            <a:r>
              <a:rPr lang="ko-KR" altLang="en-US" sz="2400" dirty="0">
                <a:latin typeface="맑은 고딕" charset="0"/>
                <a:ea typeface="맑은 고딕" charset="0"/>
              </a:rPr>
              <a:t>관리자</a:t>
            </a: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442400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GML-CMM-83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채팅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8" name="도형 37"/>
          <p:cNvCxnSpPr>
            <a:stCxn id="4" idx="2"/>
            <a:endCxn id="7" idx="0"/>
          </p:cNvCxnSpPr>
          <p:nvPr/>
        </p:nvCxnSpPr>
        <p:spPr>
          <a:xfrm>
            <a:off x="1228938" y="3401060"/>
            <a:ext cx="530435" cy="1183492"/>
          </a:xfrm>
          <a:prstGeom prst="straightConnector1">
            <a:avLst/>
          </a:prstGeom>
          <a:ln w="9525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도형 38"/>
          <p:cNvCxnSpPr>
            <a:stCxn id="7" idx="0"/>
            <a:endCxn id="5" idx="1"/>
          </p:cNvCxnSpPr>
          <p:nvPr/>
        </p:nvCxnSpPr>
        <p:spPr>
          <a:xfrm flipV="1">
            <a:off x="1759373" y="3142827"/>
            <a:ext cx="1036531" cy="1441725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도형 39"/>
          <p:cNvCxnSpPr>
            <a:stCxn id="5" idx="3"/>
            <a:endCxn id="6" idx="0"/>
          </p:cNvCxnSpPr>
          <p:nvPr/>
        </p:nvCxnSpPr>
        <p:spPr>
          <a:xfrm>
            <a:off x="4986231" y="3142827"/>
            <a:ext cx="321839" cy="144087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도형 40"/>
          <p:cNvCxnSpPr>
            <a:stCxn id="6" idx="0"/>
            <a:endCxn id="8" idx="1"/>
          </p:cNvCxnSpPr>
          <p:nvPr/>
        </p:nvCxnSpPr>
        <p:spPr>
          <a:xfrm flipV="1">
            <a:off x="5308070" y="3146214"/>
            <a:ext cx="636428" cy="1437490"/>
          </a:xfrm>
          <a:prstGeom prst="straightConnector1">
            <a:avLst/>
          </a:prstGeom>
          <a:ln w="9525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도형 39">
            <a:extLst>
              <a:ext uri="{FF2B5EF4-FFF2-40B4-BE49-F238E27FC236}">
                <a16:creationId xmlns:a16="http://schemas.microsoft.com/office/drawing/2014/main" id="{F59D4A84-B7F1-4D6B-A735-6CDD195AA3F8}"/>
              </a:ext>
            </a:extLst>
          </p:cNvPr>
          <p:cNvSpPr>
            <a:spLocks/>
          </p:cNvSpPr>
          <p:nvPr/>
        </p:nvSpPr>
        <p:spPr>
          <a:xfrm>
            <a:off x="6981189" y="4583705"/>
            <a:ext cx="2190327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상대방 채팅 수신</a:t>
            </a: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0ED14892-AFCA-42EB-BFBA-CD8D617F7843}"/>
              </a:ext>
            </a:extLst>
          </p:cNvPr>
          <p:cNvCxnSpPr>
            <a:stCxn id="8" idx="3"/>
            <a:endCxn id="23" idx="0"/>
          </p:cNvCxnSpPr>
          <p:nvPr/>
        </p:nvCxnSpPr>
        <p:spPr>
          <a:xfrm flipH="1">
            <a:off x="8076353" y="3146214"/>
            <a:ext cx="58472" cy="1437491"/>
          </a:xfrm>
          <a:prstGeom prst="bentConnector4">
            <a:avLst>
              <a:gd name="adj1" fmla="val -390956"/>
              <a:gd name="adj2" fmla="val 588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CFE5D75F-448F-4E1C-973E-CABA8AA2EE7E}"/>
              </a:ext>
            </a:extLst>
          </p:cNvPr>
          <p:cNvCxnSpPr>
            <a:cxnSpLocks/>
            <a:stCxn id="23" idx="2"/>
            <a:endCxn id="5" idx="2"/>
          </p:cNvCxnSpPr>
          <p:nvPr/>
        </p:nvCxnSpPr>
        <p:spPr>
          <a:xfrm rot="5400000" flipH="1">
            <a:off x="5136695" y="2150354"/>
            <a:ext cx="1694032" cy="4185285"/>
          </a:xfrm>
          <a:prstGeom prst="bentConnector3">
            <a:avLst>
              <a:gd name="adj1" fmla="val -134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도형 39">
            <a:extLst>
              <a:ext uri="{FF2B5EF4-FFF2-40B4-BE49-F238E27FC236}">
                <a16:creationId xmlns:a16="http://schemas.microsoft.com/office/drawing/2014/main" id="{A6729242-BF6A-40FA-B4CF-01214270696E}"/>
              </a:ext>
            </a:extLst>
          </p:cNvPr>
          <p:cNvSpPr>
            <a:spLocks/>
          </p:cNvSpPr>
          <p:nvPr/>
        </p:nvSpPr>
        <p:spPr>
          <a:xfrm>
            <a:off x="9414932" y="3736689"/>
            <a:ext cx="2190327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7. </a:t>
            </a:r>
            <a:r>
              <a:rPr lang="ko-KR" altLang="en-US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채팅방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나가기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10EE6E75-2BA8-4AEA-BB81-3F46B5492D6A}"/>
              </a:ext>
            </a:extLst>
          </p:cNvPr>
          <p:cNvCxnSpPr>
            <a:cxnSpLocks/>
          </p:cNvCxnSpPr>
          <p:nvPr/>
        </p:nvCxnSpPr>
        <p:spPr>
          <a:xfrm flipV="1">
            <a:off x="8076352" y="4242999"/>
            <a:ext cx="2595266" cy="106923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124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en-US" altLang="ko-KR" sz="2400" dirty="0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423333" y="2114973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회원정보조회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423333" y="4203096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학생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교수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정보 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3240193" y="211920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회원 정보 추가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6134946" y="211497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회원정보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8881532" y="2114126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추가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53239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GML-STAFF-7 ~ 10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회원 관리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도형 50"/>
          <p:cNvSpPr>
            <a:spLocks/>
          </p:cNvSpPr>
          <p:nvPr/>
        </p:nvSpPr>
        <p:spPr>
          <a:xfrm>
            <a:off x="3234267" y="3429000"/>
            <a:ext cx="1793240" cy="52324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회원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51"/>
          <p:cNvSpPr>
            <a:spLocks/>
          </p:cNvSpPr>
          <p:nvPr/>
        </p:nvSpPr>
        <p:spPr>
          <a:xfrm>
            <a:off x="7449817" y="3422227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회원정보 수정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654538" y="3418417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5522382" y="3429000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234267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삭제 필요한 회원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 선택 / 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7555228" y="4770965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9" name="도형 58"/>
          <p:cNvSpPr>
            <a:spLocks/>
          </p:cNvSpPr>
          <p:nvPr/>
        </p:nvSpPr>
        <p:spPr>
          <a:xfrm>
            <a:off x="5522382" y="4770965"/>
            <a:ext cx="14325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492673" y="2621280"/>
            <a:ext cx="5080" cy="158181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stCxn id="40" idx="3"/>
            <a:endCxn id="41" idx="1"/>
          </p:cNvCxnSpPr>
          <p:nvPr/>
        </p:nvCxnSpPr>
        <p:spPr>
          <a:xfrm flipV="1">
            <a:off x="2572173" y="2372361"/>
            <a:ext cx="668020" cy="2095742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stCxn id="40" idx="3"/>
            <a:endCxn id="57" idx="1"/>
          </p:cNvCxnSpPr>
          <p:nvPr/>
        </p:nvCxnSpPr>
        <p:spPr>
          <a:xfrm>
            <a:off x="2572173" y="4468103"/>
            <a:ext cx="662094" cy="556016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1" idx="3"/>
            <a:endCxn id="44" idx="1"/>
          </p:cNvCxnSpPr>
          <p:nvPr/>
        </p:nvCxnSpPr>
        <p:spPr>
          <a:xfrm flipV="1">
            <a:off x="5028353" y="2368127"/>
            <a:ext cx="1106593" cy="423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stCxn id="44" idx="3"/>
            <a:endCxn id="45" idx="1"/>
          </p:cNvCxnSpPr>
          <p:nvPr/>
        </p:nvCxnSpPr>
        <p:spPr>
          <a:xfrm flipV="1">
            <a:off x="7774939" y="2367280"/>
            <a:ext cx="1106593" cy="8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도형 67"/>
          <p:cNvCxnSpPr>
            <a:stCxn id="51" idx="3"/>
            <a:endCxn id="54" idx="1"/>
          </p:cNvCxnSpPr>
          <p:nvPr/>
        </p:nvCxnSpPr>
        <p:spPr>
          <a:xfrm>
            <a:off x="5027507" y="3690620"/>
            <a:ext cx="494875" cy="338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stCxn id="54" idx="3"/>
            <a:endCxn id="52" idx="1"/>
          </p:cNvCxnSpPr>
          <p:nvPr/>
        </p:nvCxnSpPr>
        <p:spPr>
          <a:xfrm flipV="1">
            <a:off x="6954942" y="3687234"/>
            <a:ext cx="494875" cy="677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stCxn id="57" idx="3"/>
            <a:endCxn id="59" idx="1"/>
          </p:cNvCxnSpPr>
          <p:nvPr/>
        </p:nvCxnSpPr>
        <p:spPr>
          <a:xfrm>
            <a:off x="5027507" y="5024119"/>
            <a:ext cx="494875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stCxn id="52" idx="3"/>
            <a:endCxn id="53" idx="1"/>
          </p:cNvCxnSpPr>
          <p:nvPr/>
        </p:nvCxnSpPr>
        <p:spPr>
          <a:xfrm flipV="1">
            <a:off x="9089810" y="3678344"/>
            <a:ext cx="564728" cy="889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도형 71"/>
          <p:cNvCxnSpPr>
            <a:stCxn id="59" idx="3"/>
            <a:endCxn id="58" idx="1"/>
          </p:cNvCxnSpPr>
          <p:nvPr/>
        </p:nvCxnSpPr>
        <p:spPr>
          <a:xfrm>
            <a:off x="6954942" y="5024119"/>
            <a:ext cx="600286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stCxn id="40" idx="3"/>
            <a:endCxn id="51" idx="1"/>
          </p:cNvCxnSpPr>
          <p:nvPr/>
        </p:nvCxnSpPr>
        <p:spPr>
          <a:xfrm flipV="1">
            <a:off x="2572173" y="3690620"/>
            <a:ext cx="662094" cy="777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en-US" altLang="ko-KR" sz="2400" dirty="0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423333" y="2114973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정보조회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423333" y="4203096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정보 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3240193" y="211920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정보 추가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6134946" y="211497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8881532" y="2114126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추가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317617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GML-STAFF-11 ~ 14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반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관리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도형 50"/>
          <p:cNvSpPr>
            <a:spLocks/>
          </p:cNvSpPr>
          <p:nvPr/>
        </p:nvSpPr>
        <p:spPr>
          <a:xfrm>
            <a:off x="3234267" y="3429000"/>
            <a:ext cx="1793240" cy="52324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51"/>
          <p:cNvSpPr>
            <a:spLocks/>
          </p:cNvSpPr>
          <p:nvPr/>
        </p:nvSpPr>
        <p:spPr>
          <a:xfrm>
            <a:off x="7449817" y="3422227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수정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654538" y="3418417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5522382" y="3429000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234267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 선택 / 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7555228" y="4770965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9" name="도형 58"/>
          <p:cNvSpPr>
            <a:spLocks/>
          </p:cNvSpPr>
          <p:nvPr/>
        </p:nvSpPr>
        <p:spPr>
          <a:xfrm>
            <a:off x="5522382" y="4770965"/>
            <a:ext cx="14325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492673" y="2621280"/>
            <a:ext cx="5080" cy="158181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stCxn id="40" idx="3"/>
            <a:endCxn id="41" idx="1"/>
          </p:cNvCxnSpPr>
          <p:nvPr/>
        </p:nvCxnSpPr>
        <p:spPr>
          <a:xfrm flipV="1">
            <a:off x="2572173" y="2372361"/>
            <a:ext cx="668020" cy="2095742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stCxn id="40" idx="3"/>
            <a:endCxn id="57" idx="1"/>
          </p:cNvCxnSpPr>
          <p:nvPr/>
        </p:nvCxnSpPr>
        <p:spPr>
          <a:xfrm>
            <a:off x="2572173" y="4468103"/>
            <a:ext cx="662094" cy="556016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1" idx="3"/>
            <a:endCxn id="44" idx="1"/>
          </p:cNvCxnSpPr>
          <p:nvPr/>
        </p:nvCxnSpPr>
        <p:spPr>
          <a:xfrm flipV="1">
            <a:off x="5028353" y="2368127"/>
            <a:ext cx="1106593" cy="423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stCxn id="44" idx="3"/>
            <a:endCxn id="45" idx="1"/>
          </p:cNvCxnSpPr>
          <p:nvPr/>
        </p:nvCxnSpPr>
        <p:spPr>
          <a:xfrm flipV="1">
            <a:off x="7774939" y="2367280"/>
            <a:ext cx="1106593" cy="8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도형 67"/>
          <p:cNvCxnSpPr>
            <a:stCxn id="51" idx="3"/>
            <a:endCxn id="54" idx="1"/>
          </p:cNvCxnSpPr>
          <p:nvPr/>
        </p:nvCxnSpPr>
        <p:spPr>
          <a:xfrm>
            <a:off x="5027507" y="3690620"/>
            <a:ext cx="494875" cy="338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stCxn id="54" idx="3"/>
            <a:endCxn id="52" idx="1"/>
          </p:cNvCxnSpPr>
          <p:nvPr/>
        </p:nvCxnSpPr>
        <p:spPr>
          <a:xfrm flipV="1">
            <a:off x="6954942" y="3687234"/>
            <a:ext cx="494875" cy="677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stCxn id="57" idx="3"/>
            <a:endCxn id="59" idx="1"/>
          </p:cNvCxnSpPr>
          <p:nvPr/>
        </p:nvCxnSpPr>
        <p:spPr>
          <a:xfrm>
            <a:off x="5027507" y="5024119"/>
            <a:ext cx="494875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stCxn id="52" idx="3"/>
            <a:endCxn id="53" idx="1"/>
          </p:cNvCxnSpPr>
          <p:nvPr/>
        </p:nvCxnSpPr>
        <p:spPr>
          <a:xfrm flipV="1">
            <a:off x="9089810" y="3678344"/>
            <a:ext cx="564728" cy="889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도형 71"/>
          <p:cNvCxnSpPr>
            <a:stCxn id="59" idx="3"/>
            <a:endCxn id="58" idx="1"/>
          </p:cNvCxnSpPr>
          <p:nvPr/>
        </p:nvCxnSpPr>
        <p:spPr>
          <a:xfrm>
            <a:off x="6954942" y="5024119"/>
            <a:ext cx="600286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stCxn id="40" idx="3"/>
            <a:endCxn id="51" idx="1"/>
          </p:cNvCxnSpPr>
          <p:nvPr/>
        </p:nvCxnSpPr>
        <p:spPr>
          <a:xfrm flipV="1">
            <a:off x="2572173" y="3690620"/>
            <a:ext cx="662094" cy="777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846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en-US" altLang="ko-KR" sz="2400" dirty="0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367395" y="3424918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신고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3358244" y="3424917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신고 게시판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6684917" y="342491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신고 글 확인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9560317" y="3429000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블라인드 처리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893166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GML-STAFF-15 ~ 16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신고 게시판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관리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90D3459-5225-4FC7-94C3-AF32B30467AF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2506075" y="3678072"/>
            <a:ext cx="852169" cy="11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0472731-257A-4846-B1AC-2B24A7DE9F06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 flipV="1">
            <a:off x="5507084" y="3678071"/>
            <a:ext cx="1177833" cy="11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6C3909D-8778-4D57-8BD8-4DC9BF01A731}"/>
              </a:ext>
            </a:extLst>
          </p:cNvPr>
          <p:cNvCxnSpPr>
            <a:cxnSpLocks/>
            <a:stCxn id="41" idx="3"/>
            <a:endCxn id="44" idx="1"/>
          </p:cNvCxnSpPr>
          <p:nvPr/>
        </p:nvCxnSpPr>
        <p:spPr>
          <a:xfrm>
            <a:off x="8473077" y="3678071"/>
            <a:ext cx="1087240" cy="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076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en-US" altLang="ko-KR" sz="2400" dirty="0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423333" y="2114973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일정 페이지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423333" y="4203096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일정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3240193" y="211920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일정 정보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6134946" y="2114973"/>
            <a:ext cx="163999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일정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8881532" y="2114126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264925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GML-STAFF-17 ~ 19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일정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관리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도형 50"/>
          <p:cNvSpPr>
            <a:spLocks/>
          </p:cNvSpPr>
          <p:nvPr/>
        </p:nvSpPr>
        <p:spPr>
          <a:xfrm>
            <a:off x="3234267" y="3429000"/>
            <a:ext cx="1793240" cy="52324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일정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51"/>
          <p:cNvSpPr>
            <a:spLocks/>
          </p:cNvSpPr>
          <p:nvPr/>
        </p:nvSpPr>
        <p:spPr>
          <a:xfrm>
            <a:off x="7449817" y="3422227"/>
            <a:ext cx="1639993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일정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수정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654538" y="3418417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5522382" y="3429000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234267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일정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 선택 / 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7555228" y="4770965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9" name="도형 58"/>
          <p:cNvSpPr>
            <a:spLocks/>
          </p:cNvSpPr>
          <p:nvPr/>
        </p:nvSpPr>
        <p:spPr>
          <a:xfrm>
            <a:off x="5522382" y="4770965"/>
            <a:ext cx="14325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492673" y="2621280"/>
            <a:ext cx="5080" cy="158181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stCxn id="40" idx="3"/>
            <a:endCxn id="41" idx="1"/>
          </p:cNvCxnSpPr>
          <p:nvPr/>
        </p:nvCxnSpPr>
        <p:spPr>
          <a:xfrm flipV="1">
            <a:off x="2572173" y="2372361"/>
            <a:ext cx="668020" cy="2095742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stCxn id="40" idx="3"/>
            <a:endCxn id="57" idx="1"/>
          </p:cNvCxnSpPr>
          <p:nvPr/>
        </p:nvCxnSpPr>
        <p:spPr>
          <a:xfrm>
            <a:off x="2572173" y="4468103"/>
            <a:ext cx="662094" cy="556016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1" idx="3"/>
            <a:endCxn id="44" idx="1"/>
          </p:cNvCxnSpPr>
          <p:nvPr/>
        </p:nvCxnSpPr>
        <p:spPr>
          <a:xfrm flipV="1">
            <a:off x="5028353" y="2368127"/>
            <a:ext cx="1106593" cy="423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stCxn id="44" idx="3"/>
            <a:endCxn id="45" idx="1"/>
          </p:cNvCxnSpPr>
          <p:nvPr/>
        </p:nvCxnSpPr>
        <p:spPr>
          <a:xfrm flipV="1">
            <a:off x="7774939" y="2367280"/>
            <a:ext cx="1106593" cy="84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도형 67"/>
          <p:cNvCxnSpPr>
            <a:stCxn id="51" idx="3"/>
            <a:endCxn id="54" idx="1"/>
          </p:cNvCxnSpPr>
          <p:nvPr/>
        </p:nvCxnSpPr>
        <p:spPr>
          <a:xfrm>
            <a:off x="5027507" y="3690620"/>
            <a:ext cx="494875" cy="338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stCxn id="54" idx="3"/>
            <a:endCxn id="52" idx="1"/>
          </p:cNvCxnSpPr>
          <p:nvPr/>
        </p:nvCxnSpPr>
        <p:spPr>
          <a:xfrm flipV="1">
            <a:off x="6954942" y="3687234"/>
            <a:ext cx="494875" cy="677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stCxn id="57" idx="3"/>
            <a:endCxn id="59" idx="1"/>
          </p:cNvCxnSpPr>
          <p:nvPr/>
        </p:nvCxnSpPr>
        <p:spPr>
          <a:xfrm>
            <a:off x="5027507" y="5024119"/>
            <a:ext cx="494875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stCxn id="52" idx="3"/>
            <a:endCxn id="53" idx="1"/>
          </p:cNvCxnSpPr>
          <p:nvPr/>
        </p:nvCxnSpPr>
        <p:spPr>
          <a:xfrm flipV="1">
            <a:off x="9089810" y="3678344"/>
            <a:ext cx="564728" cy="889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도형 71"/>
          <p:cNvCxnSpPr>
            <a:stCxn id="59" idx="3"/>
            <a:endCxn id="58" idx="1"/>
          </p:cNvCxnSpPr>
          <p:nvPr/>
        </p:nvCxnSpPr>
        <p:spPr>
          <a:xfrm>
            <a:off x="6954942" y="5024119"/>
            <a:ext cx="600286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stCxn id="40" idx="3"/>
            <a:endCxn id="51" idx="1"/>
          </p:cNvCxnSpPr>
          <p:nvPr/>
        </p:nvCxnSpPr>
        <p:spPr>
          <a:xfrm flipV="1">
            <a:off x="2572173" y="3690620"/>
            <a:ext cx="662094" cy="777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443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4294967295"/>
          </p:nvPr>
        </p:nvSpPr>
        <p:spPr>
          <a:xfrm>
            <a:off x="428414" y="-49107"/>
            <a:ext cx="1487593" cy="392853"/>
          </a:xfrm>
          <a:prstGeom prst="rect">
            <a:avLst/>
          </a:prstGeom>
        </p:spPr>
        <p:txBody>
          <a:bodyPr vert="horz" wrap="square" lIns="104140" tIns="51647" rIns="104140" bIns="51647" rtlCol="0" anchor="ctr">
            <a:noAutofit/>
          </a:bodyPr>
          <a:lstStyle/>
          <a:p>
            <a:pPr defTabSz="1038834">
              <a:lnSpc>
                <a:spcPct val="100000"/>
              </a:lnSpc>
              <a:spcBef>
                <a:spcPts val="0"/>
              </a:spcBef>
            </a:pPr>
            <a:r>
              <a:rPr lang="en-US" altLang="ko-KR" sz="2133" b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PROCESS</a:t>
            </a:r>
            <a:endParaRPr lang="ko-KR" altLang="en-US" sz="2133" b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3"/>
          <p:cNvSpPr txBox="1">
            <a:spLocks/>
          </p:cNvSpPr>
          <p:nvPr/>
        </p:nvSpPr>
        <p:spPr>
          <a:xfrm>
            <a:off x="3958167" y="1301327"/>
            <a:ext cx="4355253" cy="494153"/>
          </a:xfrm>
          <a:prstGeom prst="rect">
            <a:avLst/>
          </a:prstGeom>
          <a:solidFill>
            <a:schemeClr val="bg1"/>
          </a:solidFill>
          <a:ln w="0">
            <a:noFill/>
            <a:prstDash/>
          </a:ln>
        </p:spPr>
        <p:txBody>
          <a:bodyPr vert="horz" wrap="square" lIns="119380" tIns="61807" rIns="119380" bIns="61807" numCol="1" anchor="t">
            <a:spAutoFit/>
          </a:bodyPr>
          <a:lstStyle/>
          <a:p>
            <a:pPr algn="ctr" defTabSz="677316" eaLnBrk="0"/>
            <a:r>
              <a:rPr lang="en-US" altLang="ko-KR" sz="2400" dirty="0">
                <a:latin typeface="맑은 고딕" charset="0"/>
                <a:ea typeface="맑은 고딕" charset="0"/>
              </a:rPr>
              <a:t>관리자</a:t>
            </a:r>
            <a:endParaRPr lang="ko-KR" altLang="en-US" sz="2400" dirty="0">
              <a:latin typeface="맑은 고딕" charset="0"/>
              <a:ea typeface="맑은 고딕" charset="0"/>
            </a:endParaRPr>
          </a:p>
        </p:txBody>
      </p:sp>
      <p:sp>
        <p:nvSpPr>
          <p:cNvPr id="39" name="도형 38"/>
          <p:cNvSpPr>
            <a:spLocks/>
          </p:cNvSpPr>
          <p:nvPr/>
        </p:nvSpPr>
        <p:spPr>
          <a:xfrm>
            <a:off x="423333" y="2114973"/>
            <a:ext cx="213868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회사 정보 게시판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39"/>
          <p:cNvSpPr>
            <a:spLocks/>
          </p:cNvSpPr>
          <p:nvPr/>
        </p:nvSpPr>
        <p:spPr>
          <a:xfrm>
            <a:off x="423333" y="4203096"/>
            <a:ext cx="214884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회사 정보</a:t>
            </a:r>
            <a:r>
              <a:rPr lang="en-US" altLang="ko-KR" sz="1200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200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1" name="도형 40"/>
          <p:cNvSpPr>
            <a:spLocks/>
          </p:cNvSpPr>
          <p:nvPr/>
        </p:nvSpPr>
        <p:spPr>
          <a:xfrm>
            <a:off x="3240193" y="2119207"/>
            <a:ext cx="17881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회사 정보 등록 선택</a:t>
            </a:r>
            <a:endParaRPr lang="en-US" altLang="ko-KR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43"/>
          <p:cNvSpPr>
            <a:spLocks/>
          </p:cNvSpPr>
          <p:nvPr/>
        </p:nvSpPr>
        <p:spPr>
          <a:xfrm>
            <a:off x="6134946" y="1937173"/>
            <a:ext cx="1788160" cy="684108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회사 정보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입력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44"/>
          <p:cNvSpPr>
            <a:spLocks/>
          </p:cNvSpPr>
          <p:nvPr/>
        </p:nvSpPr>
        <p:spPr>
          <a:xfrm>
            <a:off x="8881532" y="2114126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numCol="1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등록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028836"/>
              </p:ext>
            </p:extLst>
          </p:nvPr>
        </p:nvGraphicFramePr>
        <p:xfrm>
          <a:off x="664633" y="430954"/>
          <a:ext cx="10940626" cy="687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GML-STAFF-20 ~ 22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회사 정보</a:t>
                      </a: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관리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2021-10-13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300" b="0" strike="noStrike" kern="1200" cap="none" dirty="0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300" b="0" strike="noStrike" kern="1200" cap="none" dirty="0" err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하기재</a:t>
                      </a:r>
                      <a:endParaRPr lang="ko-KR" altLang="en-US" sz="1300" b="0" strike="noStrike" kern="1200" cap="none" dirty="0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120227" marR="120227" marT="62653" marB="62653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도형 50"/>
          <p:cNvSpPr>
            <a:spLocks/>
          </p:cNvSpPr>
          <p:nvPr/>
        </p:nvSpPr>
        <p:spPr>
          <a:xfrm>
            <a:off x="3234267" y="3429000"/>
            <a:ext cx="1793240" cy="52324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수정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회사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선택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/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51"/>
          <p:cNvSpPr>
            <a:spLocks/>
          </p:cNvSpPr>
          <p:nvPr/>
        </p:nvSpPr>
        <p:spPr>
          <a:xfrm>
            <a:off x="7449817" y="3268131"/>
            <a:ext cx="1787314" cy="684109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양식에 맞게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반 회사 정보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수정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52"/>
          <p:cNvSpPr>
            <a:spLocks/>
          </p:cNvSpPr>
          <p:nvPr/>
        </p:nvSpPr>
        <p:spPr>
          <a:xfrm>
            <a:off x="9654538" y="3418417"/>
            <a:ext cx="1546013" cy="51985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6. 수정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53"/>
          <p:cNvSpPr>
            <a:spLocks/>
          </p:cNvSpPr>
          <p:nvPr/>
        </p:nvSpPr>
        <p:spPr>
          <a:xfrm>
            <a:off x="5522382" y="3429000"/>
            <a:ext cx="1432560" cy="530013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56"/>
          <p:cNvSpPr>
            <a:spLocks/>
          </p:cNvSpPr>
          <p:nvPr/>
        </p:nvSpPr>
        <p:spPr>
          <a:xfrm>
            <a:off x="3234267" y="4770965"/>
            <a:ext cx="179324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3. 삭제 </a:t>
            </a:r>
            <a:r>
              <a:rPr lang="en-US" altLang="ko-KR" sz="1333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필요한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회사</a:t>
            </a:r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정보 선택 / 출력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57"/>
          <p:cNvSpPr>
            <a:spLocks/>
          </p:cNvSpPr>
          <p:nvPr/>
        </p:nvSpPr>
        <p:spPr>
          <a:xfrm>
            <a:off x="7555228" y="4770965"/>
            <a:ext cx="1546013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5. 삭제 완료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9" name="도형 58"/>
          <p:cNvSpPr>
            <a:spLocks/>
          </p:cNvSpPr>
          <p:nvPr/>
        </p:nvSpPr>
        <p:spPr>
          <a:xfrm>
            <a:off x="5522382" y="4770965"/>
            <a:ext cx="1432560" cy="506307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  <a:prstDash/>
          </a:ln>
        </p:spPr>
        <p:txBody>
          <a:bodyPr vert="horz" wrap="square" lIns="120227" tIns="60113" rIns="120227" bIns="60113" anchor="ctr">
            <a:noAutofit/>
          </a:bodyPr>
          <a:lstStyle/>
          <a:p>
            <a:pPr algn="ctr" defTabSz="1219170" eaLnBrk="0"/>
            <a:r>
              <a:rPr lang="en-US" altLang="ko-KR" sz="1333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4. 삭제 선택</a:t>
            </a:r>
            <a:endParaRPr lang="ko-KR" altLang="en-US" sz="1333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0" name="도형 59"/>
          <p:cNvCxnSpPr>
            <a:stCxn id="39" idx="2"/>
            <a:endCxn id="40" idx="0"/>
          </p:cNvCxnSpPr>
          <p:nvPr/>
        </p:nvCxnSpPr>
        <p:spPr>
          <a:xfrm>
            <a:off x="1492673" y="2621280"/>
            <a:ext cx="5080" cy="1581816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60"/>
          <p:cNvCxnSpPr>
            <a:stCxn id="40" idx="3"/>
            <a:endCxn id="41" idx="1"/>
          </p:cNvCxnSpPr>
          <p:nvPr/>
        </p:nvCxnSpPr>
        <p:spPr>
          <a:xfrm flipV="1">
            <a:off x="2572173" y="2372361"/>
            <a:ext cx="668020" cy="2095742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61"/>
          <p:cNvCxnSpPr>
            <a:stCxn id="40" idx="3"/>
            <a:endCxn id="57" idx="1"/>
          </p:cNvCxnSpPr>
          <p:nvPr/>
        </p:nvCxnSpPr>
        <p:spPr>
          <a:xfrm>
            <a:off x="2572173" y="4468103"/>
            <a:ext cx="662094" cy="556016"/>
          </a:xfrm>
          <a:prstGeom prst="bentConnector3">
            <a:avLst>
              <a:gd name="adj1" fmla="val 50000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도형 64"/>
          <p:cNvCxnSpPr>
            <a:cxnSpLocks/>
            <a:stCxn id="41" idx="3"/>
            <a:endCxn id="44" idx="1"/>
          </p:cNvCxnSpPr>
          <p:nvPr/>
        </p:nvCxnSpPr>
        <p:spPr>
          <a:xfrm flipV="1">
            <a:off x="5028353" y="2279227"/>
            <a:ext cx="1106593" cy="93134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66"/>
          <p:cNvCxnSpPr>
            <a:cxnSpLocks/>
            <a:stCxn id="44" idx="3"/>
            <a:endCxn id="45" idx="1"/>
          </p:cNvCxnSpPr>
          <p:nvPr/>
        </p:nvCxnSpPr>
        <p:spPr>
          <a:xfrm>
            <a:off x="7923106" y="2279227"/>
            <a:ext cx="958426" cy="88053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도형 67"/>
          <p:cNvCxnSpPr>
            <a:stCxn id="51" idx="3"/>
            <a:endCxn id="54" idx="1"/>
          </p:cNvCxnSpPr>
          <p:nvPr/>
        </p:nvCxnSpPr>
        <p:spPr>
          <a:xfrm>
            <a:off x="5027507" y="3690620"/>
            <a:ext cx="494875" cy="3387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도형 68"/>
          <p:cNvCxnSpPr>
            <a:cxnSpLocks/>
            <a:stCxn id="54" idx="3"/>
            <a:endCxn id="52" idx="1"/>
          </p:cNvCxnSpPr>
          <p:nvPr/>
        </p:nvCxnSpPr>
        <p:spPr>
          <a:xfrm flipV="1">
            <a:off x="6954942" y="3610186"/>
            <a:ext cx="494875" cy="83821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도형 69"/>
          <p:cNvCxnSpPr>
            <a:stCxn id="57" idx="3"/>
            <a:endCxn id="59" idx="1"/>
          </p:cNvCxnSpPr>
          <p:nvPr/>
        </p:nvCxnSpPr>
        <p:spPr>
          <a:xfrm>
            <a:off x="5027507" y="5024119"/>
            <a:ext cx="494875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도형 70"/>
          <p:cNvCxnSpPr>
            <a:cxnSpLocks/>
            <a:stCxn id="52" idx="3"/>
            <a:endCxn id="53" idx="1"/>
          </p:cNvCxnSpPr>
          <p:nvPr/>
        </p:nvCxnSpPr>
        <p:spPr>
          <a:xfrm>
            <a:off x="9237131" y="3610186"/>
            <a:ext cx="417407" cy="68158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도형 71"/>
          <p:cNvCxnSpPr>
            <a:stCxn id="59" idx="3"/>
            <a:endCxn id="58" idx="1"/>
          </p:cNvCxnSpPr>
          <p:nvPr/>
        </p:nvCxnSpPr>
        <p:spPr>
          <a:xfrm>
            <a:off x="6954942" y="5024119"/>
            <a:ext cx="600286" cy="0"/>
          </a:xfrm>
          <a:prstGeom prst="straightConnector1">
            <a:avLst/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D24484-2970-49F4-B774-AE0F3637B411}"/>
              </a:ext>
            </a:extLst>
          </p:cNvPr>
          <p:cNvCxnSpPr>
            <a:stCxn id="40" idx="3"/>
            <a:endCxn id="51" idx="1"/>
          </p:cNvCxnSpPr>
          <p:nvPr/>
        </p:nvCxnSpPr>
        <p:spPr>
          <a:xfrm flipV="1">
            <a:off x="2572173" y="3690620"/>
            <a:ext cx="662094" cy="777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509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1328</Words>
  <Application>Microsoft Office PowerPoint</Application>
  <PresentationFormat>와이드스크린</PresentationFormat>
  <Paragraphs>412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  <vt:lpstr>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hagijae</dc:creator>
  <cp:lastModifiedBy>PC-11</cp:lastModifiedBy>
  <cp:revision>25</cp:revision>
  <dcterms:created xsi:type="dcterms:W3CDTF">2021-10-13T02:16:31Z</dcterms:created>
  <dcterms:modified xsi:type="dcterms:W3CDTF">2021-10-14T00:04:19Z</dcterms:modified>
</cp:coreProperties>
</file>